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media/image1.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Trebuchet MS"/>
        <a:ea typeface="Trebuchet MS"/>
        <a:cs typeface="Trebuchet MS"/>
        <a:sym typeface="Trebuchet MS"/>
      </a:defRPr>
    </a:lvl1pPr>
    <a:lvl2pPr marL="0" marR="0" indent="4572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Trebuchet MS"/>
        <a:ea typeface="Trebuchet MS"/>
        <a:cs typeface="Trebuchet MS"/>
        <a:sym typeface="Trebuchet MS"/>
      </a:defRPr>
    </a:lvl2pPr>
    <a:lvl3pPr marL="0" marR="0" indent="9144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Trebuchet MS"/>
        <a:ea typeface="Trebuchet MS"/>
        <a:cs typeface="Trebuchet MS"/>
        <a:sym typeface="Trebuchet MS"/>
      </a:defRPr>
    </a:lvl3pPr>
    <a:lvl4pPr marL="0" marR="0" indent="13716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Trebuchet MS"/>
        <a:ea typeface="Trebuchet MS"/>
        <a:cs typeface="Trebuchet MS"/>
        <a:sym typeface="Trebuchet MS"/>
      </a:defRPr>
    </a:lvl4pPr>
    <a:lvl5pPr marL="0" marR="0" indent="18288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Trebuchet MS"/>
        <a:ea typeface="Trebuchet MS"/>
        <a:cs typeface="Trebuchet MS"/>
        <a:sym typeface="Trebuchet MS"/>
      </a:defRPr>
    </a:lvl5pPr>
    <a:lvl6pPr marL="0" marR="0" indent="22860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Trebuchet MS"/>
        <a:ea typeface="Trebuchet MS"/>
        <a:cs typeface="Trebuchet MS"/>
        <a:sym typeface="Trebuchet MS"/>
      </a:defRPr>
    </a:lvl6pPr>
    <a:lvl7pPr marL="0" marR="0" indent="27432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Trebuchet MS"/>
        <a:ea typeface="Trebuchet MS"/>
        <a:cs typeface="Trebuchet MS"/>
        <a:sym typeface="Trebuchet MS"/>
      </a:defRPr>
    </a:lvl7pPr>
    <a:lvl8pPr marL="0" marR="0" indent="32004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Trebuchet MS"/>
        <a:ea typeface="Trebuchet MS"/>
        <a:cs typeface="Trebuchet MS"/>
        <a:sym typeface="Trebuchet MS"/>
      </a:defRPr>
    </a:lvl8pPr>
    <a:lvl9pPr marL="0" marR="0" indent="36576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Trebuchet MS"/>
        <a:ea typeface="Trebuchet MS"/>
        <a:cs typeface="Trebuchet MS"/>
        <a:sym typeface="Trebuchet M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Trebuchet MS"/>
          <a:ea typeface="Trebuchet MS"/>
          <a:cs typeface="Trebuchet MS"/>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1ECF9"/>
          </a:solidFill>
        </a:fill>
      </a:tcStyle>
    </a:wholeTbl>
    <a:band2H>
      <a:tcTxStyle b="def" i="def"/>
      <a:tcStyle>
        <a:tcBdr/>
        <a:fill>
          <a:solidFill>
            <a:srgbClr val="E9F6FC"/>
          </a:solidFill>
        </a:fill>
      </a:tcStyle>
    </a:band2H>
    <a:firstCol>
      <a:tcTxStyle b="on" i="off">
        <a:font>
          <a:latin typeface="Trebuchet MS"/>
          <a:ea typeface="Trebuchet MS"/>
          <a:cs typeface="Trebuchet M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Trebuchet MS"/>
          <a:ea typeface="Trebuchet MS"/>
          <a:cs typeface="Trebuchet MS"/>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Trebuchet MS"/>
          <a:ea typeface="Trebuchet MS"/>
          <a:cs typeface="Trebuchet M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Trebuchet MS"/>
          <a:ea typeface="Trebuchet MS"/>
          <a:cs typeface="Trebuchet MS"/>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EEDF"/>
          </a:solidFill>
        </a:fill>
      </a:tcStyle>
    </a:wholeTbl>
    <a:band2H>
      <a:tcTxStyle b="def" i="def"/>
      <a:tcStyle>
        <a:tcBdr/>
        <a:fill>
          <a:solidFill>
            <a:srgbClr val="E8F6F0"/>
          </a:solidFill>
        </a:fill>
      </a:tcStyle>
    </a:band2H>
    <a:firstCol>
      <a:tcTxStyle b="on" i="off">
        <a:font>
          <a:latin typeface="Trebuchet MS"/>
          <a:ea typeface="Trebuchet MS"/>
          <a:cs typeface="Trebuchet M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Trebuchet MS"/>
          <a:ea typeface="Trebuchet MS"/>
          <a:cs typeface="Trebuchet MS"/>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Trebuchet MS"/>
          <a:ea typeface="Trebuchet MS"/>
          <a:cs typeface="Trebuchet M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Trebuchet MS"/>
          <a:ea typeface="Trebuchet MS"/>
          <a:cs typeface="Trebuchet MS"/>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CEECD"/>
          </a:solidFill>
        </a:fill>
      </a:tcStyle>
    </a:wholeTbl>
    <a:band2H>
      <a:tcTxStyle b="def" i="def"/>
      <a:tcStyle>
        <a:tcBdr/>
        <a:fill>
          <a:solidFill>
            <a:srgbClr val="EEF7E8"/>
          </a:solidFill>
        </a:fill>
      </a:tcStyle>
    </a:band2H>
    <a:firstCol>
      <a:tcTxStyle b="on" i="off">
        <a:font>
          <a:latin typeface="Trebuchet MS"/>
          <a:ea typeface="Trebuchet MS"/>
          <a:cs typeface="Trebuchet M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Trebuchet MS"/>
          <a:ea typeface="Trebuchet MS"/>
          <a:cs typeface="Trebuchet MS"/>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Trebuchet MS"/>
          <a:ea typeface="Trebuchet MS"/>
          <a:cs typeface="Trebuchet M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Trebuchet MS"/>
          <a:ea typeface="Trebuchet MS"/>
          <a:cs typeface="Trebuchet MS"/>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
          <a:latin typeface="Trebuchet MS"/>
          <a:ea typeface="Trebuchet MS"/>
          <a:cs typeface="Trebuchet MS"/>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Trebuchet MS"/>
          <a:ea typeface="Trebuchet MS"/>
          <a:cs typeface="Trebuchet MS"/>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Trebuchet MS"/>
          <a:ea typeface="Trebuchet MS"/>
          <a:cs typeface="Trebuchet MS"/>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Trebuchet MS"/>
          <a:ea typeface="Trebuchet MS"/>
          <a:cs typeface="Trebuchet MS"/>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
          <a:latin typeface="Trebuchet MS"/>
          <a:ea typeface="Trebuchet MS"/>
          <a:cs typeface="Trebuchet M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Trebuchet MS"/>
          <a:ea typeface="Trebuchet MS"/>
          <a:cs typeface="Trebuchet MS"/>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Trebuchet MS"/>
          <a:ea typeface="Trebuchet MS"/>
          <a:cs typeface="Trebuchet M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Trebuchet MS"/>
          <a:ea typeface="Trebuchet MS"/>
          <a:cs typeface="Trebuchet MS"/>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
          <a:latin typeface="Trebuchet MS"/>
          <a:ea typeface="Trebuchet MS"/>
          <a:cs typeface="Trebuchet MS"/>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Trebuchet MS"/>
          <a:ea typeface="Trebuchet MS"/>
          <a:cs typeface="Trebuchet MS"/>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Trebuchet MS"/>
          <a:ea typeface="Trebuchet MS"/>
          <a:cs typeface="Trebuchet MS"/>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244" name="Shape 244"/>
          <p:cNvSpPr/>
          <p:nvPr>
            <p:ph type="sldImg"/>
          </p:nvPr>
        </p:nvSpPr>
        <p:spPr>
          <a:xfrm>
            <a:off x="1143000" y="685800"/>
            <a:ext cx="4572000" cy="3429000"/>
          </a:xfrm>
          <a:prstGeom prst="rect">
            <a:avLst/>
          </a:prstGeom>
        </p:spPr>
        <p:txBody>
          <a:bodyPr/>
          <a:lstStyle/>
          <a:p>
            <a:pPr/>
          </a:p>
        </p:txBody>
      </p:sp>
      <p:sp>
        <p:nvSpPr>
          <p:cNvPr id="245" name="Shape 245"/>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0" showMasterPhAnim="1">
  <p:cSld name="Title Slide">
    <p:spTree>
      <p:nvGrpSpPr>
        <p:cNvPr id="1" name=""/>
        <p:cNvGrpSpPr/>
        <p:nvPr/>
      </p:nvGrpSpPr>
      <p:grpSpPr>
        <a:xfrm>
          <a:off x="0" y="0"/>
          <a:ext cx="0" cy="0"/>
          <a:chOff x="0" y="0"/>
          <a:chExt cx="0" cy="0"/>
        </a:xfrm>
      </p:grpSpPr>
      <p:grpSp>
        <p:nvGrpSpPr>
          <p:cNvPr id="34" name="Group 15"/>
          <p:cNvGrpSpPr/>
          <p:nvPr/>
        </p:nvGrpSpPr>
        <p:grpSpPr>
          <a:xfrm>
            <a:off x="0" y="-8468"/>
            <a:ext cx="12192001" cy="6866469"/>
            <a:chOff x="0" y="0"/>
            <a:chExt cx="12192000" cy="6866467"/>
          </a:xfrm>
        </p:grpSpPr>
        <p:sp>
          <p:nvSpPr>
            <p:cNvPr id="24" name="Freeform 14"/>
            <p:cNvSpPr/>
            <p:nvPr/>
          </p:nvSpPr>
          <p:spPr>
            <a:xfrm>
              <a:off x="-1" y="605"/>
              <a:ext cx="863601" cy="569806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32"/>
                  </a:moveTo>
                  <a:lnTo>
                    <a:pt x="21600" y="0"/>
                  </a:lnTo>
                  <a:lnTo>
                    <a:pt x="21600" y="64"/>
                  </a:lnTo>
                  <a:lnTo>
                    <a:pt x="0" y="21600"/>
                  </a:lnTo>
                  <a:lnTo>
                    <a:pt x="0" y="32"/>
                  </a:lnTo>
                  <a:close/>
                </a:path>
              </a:pathLst>
            </a:custGeom>
            <a:solidFill>
              <a:schemeClr val="accent1">
                <a:alpha val="70000"/>
              </a:schemeClr>
            </a:solidFill>
            <a:ln w="12700" cap="flat">
              <a:noFill/>
              <a:miter lim="400000"/>
            </a:ln>
            <a:effectLst/>
          </p:spPr>
          <p:txBody>
            <a:bodyPr wrap="square" lIns="45719" tIns="45719" rIns="45719" bIns="45719" numCol="1" anchor="t">
              <a:noAutofit/>
            </a:bodyPr>
            <a:lstStyle/>
            <a:p>
              <a:pPr/>
            </a:p>
          </p:txBody>
        </p:sp>
        <p:sp>
          <p:nvSpPr>
            <p:cNvPr id="25" name="Straight Connector 18"/>
            <p:cNvSpPr/>
            <p:nvPr/>
          </p:nvSpPr>
          <p:spPr>
            <a:xfrm>
              <a:off x="9371012" y="8466"/>
              <a:ext cx="1219201" cy="6858002"/>
            </a:xfrm>
            <a:prstGeom prst="line">
              <a:avLst/>
            </a:prstGeom>
            <a:noFill/>
            <a:ln w="9525" cap="rnd">
              <a:solidFill>
                <a:schemeClr val="accent1">
                  <a:alpha val="70000"/>
                </a:schemeClr>
              </a:solidFill>
              <a:prstDash val="solid"/>
              <a:round/>
            </a:ln>
            <a:effectLst/>
          </p:spPr>
          <p:txBody>
            <a:bodyPr wrap="square" lIns="45719" tIns="45719" rIns="45719" bIns="45719" numCol="1" anchor="t">
              <a:noAutofit/>
            </a:bodyPr>
            <a:lstStyle/>
            <a:p>
              <a:pPr/>
            </a:p>
          </p:txBody>
        </p:sp>
        <p:sp>
          <p:nvSpPr>
            <p:cNvPr id="26" name="Straight Connector 19"/>
            <p:cNvSpPr/>
            <p:nvPr/>
          </p:nvSpPr>
          <p:spPr>
            <a:xfrm flipH="1">
              <a:off x="7425267" y="3689879"/>
              <a:ext cx="4763559" cy="3176588"/>
            </a:xfrm>
            <a:prstGeom prst="line">
              <a:avLst/>
            </a:prstGeom>
            <a:noFill/>
            <a:ln w="9525" cap="rnd">
              <a:solidFill>
                <a:schemeClr val="accent1">
                  <a:alpha val="70000"/>
                </a:schemeClr>
              </a:solidFill>
              <a:prstDash val="solid"/>
              <a:round/>
            </a:ln>
            <a:effectLst/>
          </p:spPr>
          <p:txBody>
            <a:bodyPr wrap="square" lIns="45719" tIns="45719" rIns="45719" bIns="45719" numCol="1" anchor="t">
              <a:noAutofit/>
            </a:bodyPr>
            <a:lstStyle/>
            <a:p>
              <a:pPr/>
            </a:p>
          </p:txBody>
        </p:sp>
        <p:sp>
          <p:nvSpPr>
            <p:cNvPr id="27" name="Rectangle 23"/>
            <p:cNvSpPr/>
            <p:nvPr/>
          </p:nvSpPr>
          <p:spPr>
            <a:xfrm>
              <a:off x="9181476" y="0"/>
              <a:ext cx="3007350" cy="686646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692" y="0"/>
                  </a:moveTo>
                  <a:lnTo>
                    <a:pt x="21600" y="0"/>
                  </a:lnTo>
                  <a:lnTo>
                    <a:pt x="21600" y="21600"/>
                  </a:lnTo>
                  <a:lnTo>
                    <a:pt x="0" y="21600"/>
                  </a:lnTo>
                  <a:lnTo>
                    <a:pt x="14692" y="0"/>
                  </a:lnTo>
                  <a:close/>
                </a:path>
              </a:pathLst>
            </a:custGeom>
            <a:solidFill>
              <a:schemeClr val="accent1">
                <a:alpha val="36000"/>
              </a:schemeClr>
            </a:solidFill>
            <a:ln w="12700" cap="flat">
              <a:noFill/>
              <a:miter lim="400000"/>
            </a:ln>
            <a:effectLst/>
          </p:spPr>
          <p:txBody>
            <a:bodyPr wrap="square" lIns="45719" tIns="45719" rIns="45719" bIns="45719" numCol="1" anchor="t">
              <a:noAutofit/>
            </a:bodyPr>
            <a:lstStyle/>
            <a:p>
              <a:pPr/>
            </a:p>
          </p:txBody>
        </p:sp>
        <p:sp>
          <p:nvSpPr>
            <p:cNvPr id="28" name="Rectangle 25"/>
            <p:cNvSpPr/>
            <p:nvPr/>
          </p:nvSpPr>
          <p:spPr>
            <a:xfrm>
              <a:off x="9603441" y="0"/>
              <a:ext cx="2588560" cy="686646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21600" y="21600"/>
                  </a:lnTo>
                  <a:lnTo>
                    <a:pt x="10092" y="21600"/>
                  </a:lnTo>
                  <a:lnTo>
                    <a:pt x="0" y="0"/>
                  </a:lnTo>
                  <a:close/>
                </a:path>
              </a:pathLst>
            </a:custGeom>
            <a:solidFill>
              <a:schemeClr val="accent1">
                <a:alpha val="20000"/>
              </a:schemeClr>
            </a:solidFill>
            <a:ln w="12700" cap="flat">
              <a:noFill/>
              <a:miter lim="400000"/>
            </a:ln>
            <a:effectLst/>
          </p:spPr>
          <p:txBody>
            <a:bodyPr wrap="square" lIns="45719" tIns="45719" rIns="45719" bIns="45719" numCol="1" anchor="t">
              <a:noAutofit/>
            </a:bodyPr>
            <a:lstStyle/>
            <a:p>
              <a:pPr/>
            </a:p>
          </p:txBody>
        </p:sp>
        <p:sp>
          <p:nvSpPr>
            <p:cNvPr id="29" name="Isosceles Triangle 22"/>
            <p:cNvSpPr/>
            <p:nvPr/>
          </p:nvSpPr>
          <p:spPr>
            <a:xfrm>
              <a:off x="8932333" y="3056466"/>
              <a:ext cx="3259668" cy="381000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0"/>
                  </a:lnTo>
                  <a:lnTo>
                    <a:pt x="21600" y="21600"/>
                  </a:lnTo>
                  <a:close/>
                </a:path>
              </a:pathLst>
            </a:custGeom>
            <a:solidFill>
              <a:srgbClr val="17B0E4">
                <a:alpha val="66000"/>
              </a:srgbClr>
            </a:solidFill>
            <a:ln w="12700" cap="flat">
              <a:noFill/>
              <a:miter lim="400000"/>
            </a:ln>
            <a:effectLst/>
          </p:spPr>
          <p:txBody>
            <a:bodyPr wrap="square" lIns="45719" tIns="45719" rIns="45719" bIns="45719" numCol="1" anchor="t">
              <a:noAutofit/>
            </a:bodyPr>
            <a:lstStyle/>
            <a:p>
              <a:pPr/>
            </a:p>
          </p:txBody>
        </p:sp>
        <p:sp>
          <p:nvSpPr>
            <p:cNvPr id="30" name="Rectangle 27"/>
            <p:cNvSpPr/>
            <p:nvPr/>
          </p:nvSpPr>
          <p:spPr>
            <a:xfrm>
              <a:off x="9334500" y="0"/>
              <a:ext cx="2854327" cy="686646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21600" y="21600"/>
                  </a:lnTo>
                  <a:lnTo>
                    <a:pt x="18697" y="21600"/>
                  </a:lnTo>
                  <a:lnTo>
                    <a:pt x="0" y="0"/>
                  </a:lnTo>
                  <a:close/>
                </a:path>
              </a:pathLst>
            </a:custGeom>
            <a:solidFill>
              <a:srgbClr val="17B0E4">
                <a:alpha val="50000"/>
              </a:srgbClr>
            </a:solidFill>
            <a:ln w="12700" cap="flat">
              <a:noFill/>
              <a:miter lim="400000"/>
            </a:ln>
            <a:effectLst/>
          </p:spPr>
          <p:txBody>
            <a:bodyPr wrap="square" lIns="45719" tIns="45719" rIns="45719" bIns="45719" numCol="1" anchor="t">
              <a:noAutofit/>
            </a:bodyPr>
            <a:lstStyle/>
            <a:p>
              <a:pPr/>
            </a:p>
          </p:txBody>
        </p:sp>
        <p:sp>
          <p:nvSpPr>
            <p:cNvPr id="31" name="Rectangle 28"/>
            <p:cNvSpPr/>
            <p:nvPr/>
          </p:nvSpPr>
          <p:spPr>
            <a:xfrm>
              <a:off x="10898730" y="0"/>
              <a:ext cx="1290095" cy="686646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073" y="0"/>
                  </a:moveTo>
                  <a:lnTo>
                    <a:pt x="21600" y="0"/>
                  </a:lnTo>
                  <a:lnTo>
                    <a:pt x="21600" y="21600"/>
                  </a:lnTo>
                  <a:lnTo>
                    <a:pt x="0" y="21600"/>
                  </a:lnTo>
                  <a:lnTo>
                    <a:pt x="17073" y="0"/>
                  </a:lnTo>
                  <a:close/>
                </a:path>
              </a:pathLst>
            </a:custGeom>
            <a:solidFill>
              <a:schemeClr val="accent2">
                <a:alpha val="70000"/>
              </a:schemeClr>
            </a:solidFill>
            <a:ln w="12700" cap="flat">
              <a:noFill/>
              <a:miter lim="400000"/>
            </a:ln>
            <a:effectLst/>
          </p:spPr>
          <p:txBody>
            <a:bodyPr wrap="square" lIns="45719" tIns="45719" rIns="45719" bIns="45719" numCol="1" anchor="t">
              <a:noAutofit/>
            </a:bodyPr>
            <a:lstStyle/>
            <a:p>
              <a:pPr/>
            </a:p>
          </p:txBody>
        </p:sp>
        <p:sp>
          <p:nvSpPr>
            <p:cNvPr id="32" name="Rectangle 29"/>
            <p:cNvSpPr/>
            <p:nvPr/>
          </p:nvSpPr>
          <p:spPr>
            <a:xfrm>
              <a:off x="10938999" y="0"/>
              <a:ext cx="1249826" cy="686646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21600" y="21600"/>
                  </a:lnTo>
                  <a:lnTo>
                    <a:pt x="19173" y="21600"/>
                  </a:lnTo>
                  <a:lnTo>
                    <a:pt x="0" y="0"/>
                  </a:lnTo>
                  <a:close/>
                </a:path>
              </a:pathLst>
            </a:custGeom>
            <a:solidFill>
              <a:srgbClr val="236292">
                <a:alpha val="80000"/>
              </a:srgbClr>
            </a:solidFill>
            <a:ln w="12700" cap="flat">
              <a:noFill/>
              <a:miter lim="400000"/>
            </a:ln>
            <a:effectLst/>
          </p:spPr>
          <p:txBody>
            <a:bodyPr wrap="square" lIns="45719" tIns="45719" rIns="45719" bIns="45719" numCol="1" anchor="t">
              <a:noAutofit/>
            </a:bodyPr>
            <a:lstStyle/>
            <a:p>
              <a:pPr/>
            </a:p>
          </p:txBody>
        </p:sp>
        <p:sp>
          <p:nvSpPr>
            <p:cNvPr id="33" name="Isosceles Triangle 26"/>
            <p:cNvSpPr/>
            <p:nvPr/>
          </p:nvSpPr>
          <p:spPr>
            <a:xfrm>
              <a:off x="10371666" y="3598333"/>
              <a:ext cx="1817160" cy="326813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0"/>
                  </a:lnTo>
                  <a:lnTo>
                    <a:pt x="21600" y="21600"/>
                  </a:lnTo>
                  <a:close/>
                </a:path>
              </a:pathLst>
            </a:custGeom>
            <a:solidFill>
              <a:srgbClr val="17B0E4">
                <a:alpha val="66000"/>
              </a:srgbClr>
            </a:solidFill>
            <a:ln w="12700" cap="flat">
              <a:noFill/>
              <a:miter lim="400000"/>
            </a:ln>
            <a:effectLst/>
          </p:spPr>
          <p:txBody>
            <a:bodyPr wrap="square" lIns="45719" tIns="45719" rIns="45719" bIns="45719" numCol="1" anchor="t">
              <a:noAutofit/>
            </a:bodyPr>
            <a:lstStyle/>
            <a:p>
              <a:pPr/>
            </a:p>
          </p:txBody>
        </p:sp>
      </p:grpSp>
      <p:sp>
        <p:nvSpPr>
          <p:cNvPr id="35" name="Title Text"/>
          <p:cNvSpPr txBox="1"/>
          <p:nvPr>
            <p:ph type="title"/>
          </p:nvPr>
        </p:nvSpPr>
        <p:spPr>
          <a:xfrm>
            <a:off x="1507067" y="2404534"/>
            <a:ext cx="7766937" cy="1646303"/>
          </a:xfrm>
          <a:prstGeom prst="rect">
            <a:avLst/>
          </a:prstGeom>
        </p:spPr>
        <p:txBody>
          <a:bodyPr anchor="b"/>
          <a:lstStyle>
            <a:lvl1pPr algn="r">
              <a:defRPr sz="5400"/>
            </a:lvl1pPr>
          </a:lstStyle>
          <a:p>
            <a:pPr/>
            <a:r>
              <a:t>Title Text</a:t>
            </a:r>
          </a:p>
        </p:txBody>
      </p:sp>
      <p:sp>
        <p:nvSpPr>
          <p:cNvPr id="36" name="Body Level One…"/>
          <p:cNvSpPr txBox="1"/>
          <p:nvPr>
            <p:ph type="body" sz="quarter" idx="1"/>
          </p:nvPr>
        </p:nvSpPr>
        <p:spPr>
          <a:xfrm>
            <a:off x="1507067" y="4050832"/>
            <a:ext cx="7766937" cy="1096901"/>
          </a:xfrm>
          <a:prstGeom prst="rect">
            <a:avLst/>
          </a:prstGeom>
        </p:spPr>
        <p:txBody>
          <a:bodyPr/>
          <a:lstStyle>
            <a:lvl1pPr marL="0" indent="0" algn="r">
              <a:buClrTx/>
              <a:buSzTx/>
              <a:buNone/>
              <a:defRPr>
                <a:solidFill>
                  <a:srgbClr val="808080"/>
                </a:solidFill>
              </a:defRPr>
            </a:lvl1pPr>
            <a:lvl2pPr marL="0" indent="457200" algn="r">
              <a:buClrTx/>
              <a:buSzTx/>
              <a:buNone/>
              <a:defRPr>
                <a:solidFill>
                  <a:srgbClr val="808080"/>
                </a:solidFill>
              </a:defRPr>
            </a:lvl2pPr>
            <a:lvl3pPr marL="0" indent="914400" algn="r">
              <a:buClrTx/>
              <a:buSzTx/>
              <a:buNone/>
              <a:defRPr>
                <a:solidFill>
                  <a:srgbClr val="808080"/>
                </a:solidFill>
              </a:defRPr>
            </a:lvl3pPr>
            <a:lvl4pPr marL="0" indent="1371600" algn="r">
              <a:buClrTx/>
              <a:buSzTx/>
              <a:buNone/>
              <a:defRPr>
                <a:solidFill>
                  <a:srgbClr val="808080"/>
                </a:solidFill>
              </a:defRPr>
            </a:lvl4pPr>
            <a:lvl5pPr marL="0" indent="1828800" algn="r">
              <a:buClrTx/>
              <a:buSzTx/>
              <a:buNone/>
              <a:defRPr>
                <a:solidFill>
                  <a:srgbClr val="808080"/>
                </a:solidFill>
              </a:defRPr>
            </a:lvl5pPr>
          </a:lstStyle>
          <a:p>
            <a:pPr/>
            <a:r>
              <a:t>Body Level One</a:t>
            </a:r>
          </a:p>
          <a:p>
            <a:pPr lvl="1"/>
            <a:r>
              <a:t>Body Level Two</a:t>
            </a:r>
          </a:p>
          <a:p>
            <a:pPr lvl="2"/>
            <a:r>
              <a:t>Body Level Three</a:t>
            </a:r>
          </a:p>
          <a:p>
            <a:pPr lvl="3"/>
            <a:r>
              <a:t>Body Level Four</a:t>
            </a:r>
          </a:p>
          <a:p>
            <a:pPr lvl="4"/>
            <a:r>
              <a:t>Body Level Five</a:t>
            </a:r>
          </a:p>
        </p:txBody>
      </p:sp>
      <p:sp>
        <p:nvSpPr>
          <p:cNvPr id="37" name="Slide Number"/>
          <p:cNvSpPr txBox="1"/>
          <p:nvPr>
            <p:ph type="sldNum" sz="quarter" idx="2"/>
          </p:nvPr>
        </p:nvSpPr>
        <p:spPr>
          <a:xfrm>
            <a:off x="9049981" y="6114704"/>
            <a:ext cx="224022" cy="218441"/>
          </a:xfrm>
          <a:prstGeom prst="rect">
            <a:avLst/>
          </a:prstGeom>
        </p:spPr>
        <p:txBody>
          <a:bodyPr/>
          <a:lstStyle>
            <a:lvl1pPr defTabSz="457200">
              <a:defRPr sz="900">
                <a:solidFill>
                  <a:schemeClr val="accent1"/>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44" name="Slide Number"/>
          <p:cNvSpPr txBox="1"/>
          <p:nvPr>
            <p:ph type="sldNum" sz="quarter" idx="2"/>
          </p:nvPr>
        </p:nvSpPr>
        <p:spPr>
          <a:prstGeom prst="rect">
            <a:avLst/>
          </a:prstGeom>
        </p:spPr>
        <p:txBody>
          <a:bodyPr/>
          <a:lstStyle/>
          <a:p>
            <a:pPr/>
            <a:fld id="{86CB4B4D-7CA3-9044-876B-883B54F8677D}" type="slidenum"/>
          </a:p>
        </p:txBody>
      </p:sp>
      <p:sp>
        <p:nvSpPr>
          <p:cNvPr id="45" name="Title Text"/>
          <p:cNvSpPr txBox="1"/>
          <p:nvPr>
            <p:ph type="title"/>
          </p:nvPr>
        </p:nvSpPr>
        <p:spPr>
          <a:xfrm>
            <a:off x="677333" y="609600"/>
            <a:ext cx="8596670" cy="1320800"/>
          </a:xfrm>
          <a:prstGeom prst="rect">
            <a:avLst/>
          </a:prstGeom>
        </p:spPr>
        <p:txBody>
          <a:bodyPr/>
          <a:lstStyle/>
          <a:p>
            <a:pPr/>
            <a:r>
              <a:t>Title Text</a:t>
            </a:r>
          </a:p>
        </p:txBody>
      </p:sp>
      <p:sp>
        <p:nvSpPr>
          <p:cNvPr id="46" name="Body Level One…"/>
          <p:cNvSpPr txBox="1"/>
          <p:nvPr>
            <p:ph type="body" sz="half" idx="1"/>
          </p:nvPr>
        </p:nvSpPr>
        <p:spPr>
          <a:xfrm>
            <a:off x="677333" y="2160589"/>
            <a:ext cx="8596670" cy="3880773"/>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spTree>
      <p:nvGrpSpPr>
        <p:cNvPr id="1" name=""/>
        <p:cNvGrpSpPr/>
        <p:nvPr/>
      </p:nvGrpSpPr>
      <p:grpSpPr>
        <a:xfrm>
          <a:off x="0" y="0"/>
          <a:ext cx="0" cy="0"/>
          <a:chOff x="0" y="0"/>
          <a:chExt cx="0" cy="0"/>
        </a:xfrm>
      </p:grpSpPr>
      <p:sp>
        <p:nvSpPr>
          <p:cNvPr id="53" name="Slide Number"/>
          <p:cNvSpPr txBox="1"/>
          <p:nvPr>
            <p:ph type="sldNum" sz="quarter" idx="2"/>
          </p:nvPr>
        </p:nvSpPr>
        <p:spPr>
          <a:prstGeom prst="rect">
            <a:avLst/>
          </a:prstGeom>
        </p:spPr>
        <p:txBody>
          <a:bodyPr/>
          <a:lstStyle/>
          <a:p>
            <a:pPr/>
            <a:fld id="{86CB4B4D-7CA3-9044-876B-883B54F8677D}" type="slidenum"/>
          </a:p>
        </p:txBody>
      </p:sp>
      <p:sp>
        <p:nvSpPr>
          <p:cNvPr id="54" name="Title Text"/>
          <p:cNvSpPr txBox="1"/>
          <p:nvPr>
            <p:ph type="title"/>
          </p:nvPr>
        </p:nvSpPr>
        <p:spPr>
          <a:xfrm>
            <a:off x="677335" y="2700866"/>
            <a:ext cx="8596669" cy="1826582"/>
          </a:xfrm>
          <a:prstGeom prst="rect">
            <a:avLst/>
          </a:prstGeom>
        </p:spPr>
        <p:txBody>
          <a:bodyPr anchor="b"/>
          <a:lstStyle>
            <a:lvl1pPr>
              <a:defRPr sz="4000"/>
            </a:lvl1pPr>
          </a:lstStyle>
          <a:p>
            <a:pPr/>
            <a:r>
              <a:t>Title Text</a:t>
            </a:r>
          </a:p>
        </p:txBody>
      </p:sp>
      <p:sp>
        <p:nvSpPr>
          <p:cNvPr id="55" name="Body Level One…"/>
          <p:cNvSpPr txBox="1"/>
          <p:nvPr>
            <p:ph type="body" sz="quarter" idx="1"/>
          </p:nvPr>
        </p:nvSpPr>
        <p:spPr>
          <a:xfrm>
            <a:off x="677335" y="4527448"/>
            <a:ext cx="8596669" cy="860401"/>
          </a:xfrm>
          <a:prstGeom prst="rect">
            <a:avLst/>
          </a:prstGeom>
        </p:spPr>
        <p:txBody>
          <a:bodyPr/>
          <a:lstStyle>
            <a:lvl1pPr marL="0" indent="0">
              <a:buClrTx/>
              <a:buSzTx/>
              <a:buNone/>
              <a:defRPr sz="2000">
                <a:solidFill>
                  <a:srgbClr val="808080"/>
                </a:solidFill>
              </a:defRPr>
            </a:lvl1pPr>
            <a:lvl2pPr marL="0" indent="457200">
              <a:buClrTx/>
              <a:buSzTx/>
              <a:buNone/>
              <a:defRPr sz="2000">
                <a:solidFill>
                  <a:srgbClr val="808080"/>
                </a:solidFill>
              </a:defRPr>
            </a:lvl2pPr>
            <a:lvl3pPr marL="0" indent="914400">
              <a:buClrTx/>
              <a:buSzTx/>
              <a:buNone/>
              <a:defRPr sz="2000">
                <a:solidFill>
                  <a:srgbClr val="808080"/>
                </a:solidFill>
              </a:defRPr>
            </a:lvl3pPr>
            <a:lvl4pPr marL="0" indent="1371600">
              <a:buClrTx/>
              <a:buSzTx/>
              <a:buNone/>
              <a:defRPr sz="2000">
                <a:solidFill>
                  <a:srgbClr val="808080"/>
                </a:solidFill>
              </a:defRPr>
            </a:lvl4pPr>
            <a:lvl5pPr marL="0" indent="1828800">
              <a:buClrTx/>
              <a:buSzTx/>
              <a:buNone/>
              <a:defRPr sz="2000">
                <a:solidFill>
                  <a:srgbClr val="808080"/>
                </a:solidFill>
              </a:defRPr>
            </a:lvl5pPr>
          </a:lstStyle>
          <a:p>
            <a:pPr/>
            <a:r>
              <a:t>Body Level One</a:t>
            </a:r>
          </a:p>
          <a:p>
            <a:pPr lvl="1"/>
            <a:r>
              <a:t>Body Level Two</a:t>
            </a:r>
          </a:p>
          <a:p>
            <a:pPr lvl="2"/>
            <a:r>
              <a:t>Body Level Three</a:t>
            </a:r>
          </a:p>
          <a:p>
            <a:pPr lvl="3"/>
            <a:r>
              <a:t>Body Level Four</a:t>
            </a:r>
          </a:p>
          <a:p>
            <a:pPr lvl="4"/>
            <a:r>
              <a:t>Body Level Five</a:t>
            </a:r>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62" name="Slide Number"/>
          <p:cNvSpPr txBox="1"/>
          <p:nvPr>
            <p:ph type="sldNum" sz="quarter" idx="2"/>
          </p:nvPr>
        </p:nvSpPr>
        <p:spPr>
          <a:prstGeom prst="rect">
            <a:avLst/>
          </a:prstGeom>
        </p:spPr>
        <p:txBody>
          <a:bodyPr/>
          <a:lstStyle/>
          <a:p>
            <a:pPr/>
            <a:fld id="{86CB4B4D-7CA3-9044-876B-883B54F8677D}" type="slidenum"/>
          </a:p>
        </p:txBody>
      </p:sp>
      <p:sp>
        <p:nvSpPr>
          <p:cNvPr id="63" name="Title Text"/>
          <p:cNvSpPr txBox="1"/>
          <p:nvPr>
            <p:ph type="title"/>
          </p:nvPr>
        </p:nvSpPr>
        <p:spPr>
          <a:xfrm>
            <a:off x="677333" y="609600"/>
            <a:ext cx="8596670" cy="1320800"/>
          </a:xfrm>
          <a:prstGeom prst="rect">
            <a:avLst/>
          </a:prstGeom>
        </p:spPr>
        <p:txBody>
          <a:bodyPr/>
          <a:lstStyle/>
          <a:p>
            <a:pPr/>
            <a:r>
              <a:t>Title Text</a:t>
            </a:r>
          </a:p>
        </p:txBody>
      </p:sp>
      <p:sp>
        <p:nvSpPr>
          <p:cNvPr id="64" name="Body Level One…"/>
          <p:cNvSpPr txBox="1"/>
          <p:nvPr>
            <p:ph type="body" sz="quarter" idx="1"/>
          </p:nvPr>
        </p:nvSpPr>
        <p:spPr>
          <a:xfrm>
            <a:off x="677333" y="2160589"/>
            <a:ext cx="4184036" cy="3880773"/>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spTree>
      <p:nvGrpSpPr>
        <p:cNvPr id="1" name=""/>
        <p:cNvGrpSpPr/>
        <p:nvPr/>
      </p:nvGrpSpPr>
      <p:grpSpPr>
        <a:xfrm>
          <a:off x="0" y="0"/>
          <a:ext cx="0" cy="0"/>
          <a:chOff x="0" y="0"/>
          <a:chExt cx="0" cy="0"/>
        </a:xfrm>
      </p:grpSpPr>
      <p:sp>
        <p:nvSpPr>
          <p:cNvPr id="71" name="Slide Number"/>
          <p:cNvSpPr txBox="1"/>
          <p:nvPr>
            <p:ph type="sldNum" sz="quarter" idx="2"/>
          </p:nvPr>
        </p:nvSpPr>
        <p:spPr>
          <a:prstGeom prst="rect">
            <a:avLst/>
          </a:prstGeom>
        </p:spPr>
        <p:txBody>
          <a:bodyPr/>
          <a:lstStyle/>
          <a:p>
            <a:pPr/>
            <a:fld id="{86CB4B4D-7CA3-9044-876B-883B54F8677D}" type="slidenum"/>
          </a:p>
        </p:txBody>
      </p:sp>
      <p:sp>
        <p:nvSpPr>
          <p:cNvPr id="72" name="Title Text"/>
          <p:cNvSpPr txBox="1"/>
          <p:nvPr>
            <p:ph type="title"/>
          </p:nvPr>
        </p:nvSpPr>
        <p:spPr>
          <a:xfrm>
            <a:off x="677333" y="609600"/>
            <a:ext cx="8596670" cy="1320800"/>
          </a:xfrm>
          <a:prstGeom prst="rect">
            <a:avLst/>
          </a:prstGeom>
        </p:spPr>
        <p:txBody>
          <a:bodyPr/>
          <a:lstStyle/>
          <a:p>
            <a:pPr/>
            <a:r>
              <a:t>Title Text</a:t>
            </a:r>
          </a:p>
        </p:txBody>
      </p:sp>
      <p:sp>
        <p:nvSpPr>
          <p:cNvPr id="73" name="Body Level One…"/>
          <p:cNvSpPr txBox="1"/>
          <p:nvPr>
            <p:ph type="body" sz="quarter" idx="1"/>
          </p:nvPr>
        </p:nvSpPr>
        <p:spPr>
          <a:xfrm>
            <a:off x="675744" y="2160983"/>
            <a:ext cx="4185624" cy="576263"/>
          </a:xfrm>
          <a:prstGeom prst="rect">
            <a:avLst/>
          </a:prstGeom>
        </p:spPr>
        <p:txBody>
          <a:bodyPr anchor="b"/>
          <a:lstStyle>
            <a:lvl1pPr marL="0" indent="0">
              <a:buClrTx/>
              <a:buSzTx/>
              <a:buNone/>
              <a:defRPr sz="2400"/>
            </a:lvl1pPr>
            <a:lvl2pPr marL="0" indent="457200">
              <a:buClrTx/>
              <a:buSzTx/>
              <a:buNone/>
              <a:defRPr sz="2400"/>
            </a:lvl2pPr>
            <a:lvl3pPr marL="0" indent="914400">
              <a:buClrTx/>
              <a:buSzTx/>
              <a:buNone/>
              <a:defRPr sz="2400"/>
            </a:lvl3pPr>
            <a:lvl4pPr marL="0" indent="1371600">
              <a:buClrTx/>
              <a:buSzTx/>
              <a:buNone/>
              <a:defRPr sz="2400"/>
            </a:lvl4pPr>
            <a:lvl5pPr marL="0" indent="1828800">
              <a:buClrTx/>
              <a:buSzTx/>
              <a:buNone/>
              <a:defRPr sz="2400"/>
            </a:lvl5pPr>
          </a:lstStyle>
          <a:p>
            <a:pPr/>
            <a:r>
              <a:t>Body Level One</a:t>
            </a:r>
          </a:p>
          <a:p>
            <a:pPr lvl="1"/>
            <a:r>
              <a:t>Body Level Two</a:t>
            </a:r>
          </a:p>
          <a:p>
            <a:pPr lvl="2"/>
            <a:r>
              <a:t>Body Level Three</a:t>
            </a:r>
          </a:p>
          <a:p>
            <a:pPr lvl="3"/>
            <a:r>
              <a:t>Body Level Four</a:t>
            </a:r>
          </a:p>
          <a:p>
            <a:pPr lvl="4"/>
            <a:r>
              <a:t>Body Level Five</a:t>
            </a:r>
          </a:p>
        </p:txBody>
      </p:sp>
      <p:sp>
        <p:nvSpPr>
          <p:cNvPr id="74" name="Text Placeholder 4"/>
          <p:cNvSpPr/>
          <p:nvPr>
            <p:ph type="body" sz="quarter" idx="21"/>
          </p:nvPr>
        </p:nvSpPr>
        <p:spPr>
          <a:xfrm>
            <a:off x="5088382" y="2160983"/>
            <a:ext cx="4185619" cy="576263"/>
          </a:xfrm>
          <a:prstGeom prst="rect">
            <a:avLst/>
          </a:prstGeom>
        </p:spPr>
        <p:txBody>
          <a:bodyPr anchor="b"/>
          <a:lstStyle/>
          <a:p>
            <a:pPr marL="0" indent="0">
              <a:buClrTx/>
              <a:buSzTx/>
              <a:buNone/>
              <a:defRPr sz="2400"/>
            </a:pPr>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81" name="Slide Number"/>
          <p:cNvSpPr txBox="1"/>
          <p:nvPr>
            <p:ph type="sldNum" sz="quarter" idx="2"/>
          </p:nvPr>
        </p:nvSpPr>
        <p:spPr>
          <a:prstGeom prst="rect">
            <a:avLst/>
          </a:prstGeom>
        </p:spPr>
        <p:txBody>
          <a:bodyPr/>
          <a:lstStyle/>
          <a:p>
            <a:pPr/>
            <a:fld id="{86CB4B4D-7CA3-9044-876B-883B54F8677D}" type="slidenum"/>
          </a:p>
        </p:txBody>
      </p:sp>
      <p:sp>
        <p:nvSpPr>
          <p:cNvPr id="82" name="Title Text"/>
          <p:cNvSpPr txBox="1"/>
          <p:nvPr>
            <p:ph type="title"/>
          </p:nvPr>
        </p:nvSpPr>
        <p:spPr>
          <a:xfrm>
            <a:off x="677333" y="609600"/>
            <a:ext cx="8596670" cy="1320800"/>
          </a:xfrm>
          <a:prstGeom prst="rect">
            <a:avLst/>
          </a:prstGeom>
        </p:spPr>
        <p:txBody>
          <a:bodyPr/>
          <a:lstStyle/>
          <a:p>
            <a:pPr/>
            <a:r>
              <a:t>Title Text</a:t>
            </a:r>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8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spTree>
      <p:nvGrpSpPr>
        <p:cNvPr id="1" name=""/>
        <p:cNvGrpSpPr/>
        <p:nvPr/>
      </p:nvGrpSpPr>
      <p:grpSpPr>
        <a:xfrm>
          <a:off x="0" y="0"/>
          <a:ext cx="0" cy="0"/>
          <a:chOff x="0" y="0"/>
          <a:chExt cx="0" cy="0"/>
        </a:xfrm>
      </p:grpSpPr>
      <p:sp>
        <p:nvSpPr>
          <p:cNvPr id="96" name="Slide Number"/>
          <p:cNvSpPr txBox="1"/>
          <p:nvPr>
            <p:ph type="sldNum" sz="quarter" idx="2"/>
          </p:nvPr>
        </p:nvSpPr>
        <p:spPr>
          <a:prstGeom prst="rect">
            <a:avLst/>
          </a:prstGeom>
        </p:spPr>
        <p:txBody>
          <a:bodyPr/>
          <a:lstStyle/>
          <a:p>
            <a:pPr/>
            <a:fld id="{86CB4B4D-7CA3-9044-876B-883B54F8677D}" type="slidenum"/>
          </a:p>
        </p:txBody>
      </p:sp>
      <p:sp>
        <p:nvSpPr>
          <p:cNvPr id="97" name="Title Text"/>
          <p:cNvSpPr txBox="1"/>
          <p:nvPr>
            <p:ph type="title"/>
          </p:nvPr>
        </p:nvSpPr>
        <p:spPr>
          <a:xfrm>
            <a:off x="677333" y="1498603"/>
            <a:ext cx="3854529" cy="1278467"/>
          </a:xfrm>
          <a:prstGeom prst="rect">
            <a:avLst/>
          </a:prstGeom>
        </p:spPr>
        <p:txBody>
          <a:bodyPr anchor="b"/>
          <a:lstStyle>
            <a:lvl1pPr>
              <a:defRPr sz="2000"/>
            </a:lvl1pPr>
          </a:lstStyle>
          <a:p>
            <a:pPr/>
            <a:r>
              <a:t>Title Text</a:t>
            </a:r>
          </a:p>
        </p:txBody>
      </p:sp>
      <p:sp>
        <p:nvSpPr>
          <p:cNvPr id="98" name="Body Level One…"/>
          <p:cNvSpPr txBox="1"/>
          <p:nvPr>
            <p:ph type="body" sz="half" idx="1"/>
          </p:nvPr>
        </p:nvSpPr>
        <p:spPr>
          <a:xfrm>
            <a:off x="4760460" y="514923"/>
            <a:ext cx="4513543" cy="5526439"/>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99" name="Text Placeholder 3"/>
          <p:cNvSpPr/>
          <p:nvPr>
            <p:ph type="body" sz="quarter" idx="21"/>
          </p:nvPr>
        </p:nvSpPr>
        <p:spPr>
          <a:xfrm>
            <a:off x="677334" y="2777069"/>
            <a:ext cx="3854528" cy="2584450"/>
          </a:xfrm>
          <a:prstGeom prst="rect">
            <a:avLst/>
          </a:prstGeom>
        </p:spPr>
        <p:txBody>
          <a:bodyPr/>
          <a:lstStyle/>
          <a:p>
            <a:pPr marL="0" indent="0">
              <a:buClrTx/>
              <a:buSzTx/>
              <a:buNone/>
              <a:defRPr sz="1400"/>
            </a:pPr>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spTree>
      <p:nvGrpSpPr>
        <p:cNvPr id="1" name=""/>
        <p:cNvGrpSpPr/>
        <p:nvPr/>
      </p:nvGrpSpPr>
      <p:grpSpPr>
        <a:xfrm>
          <a:off x="0" y="0"/>
          <a:ext cx="0" cy="0"/>
          <a:chOff x="0" y="0"/>
          <a:chExt cx="0" cy="0"/>
        </a:xfrm>
      </p:grpSpPr>
      <p:sp>
        <p:nvSpPr>
          <p:cNvPr id="106" name="Slide Number"/>
          <p:cNvSpPr txBox="1"/>
          <p:nvPr>
            <p:ph type="sldNum" sz="quarter" idx="2"/>
          </p:nvPr>
        </p:nvSpPr>
        <p:spPr>
          <a:prstGeom prst="rect">
            <a:avLst/>
          </a:prstGeom>
        </p:spPr>
        <p:txBody>
          <a:bodyPr/>
          <a:lstStyle/>
          <a:p>
            <a:pPr/>
            <a:fld id="{86CB4B4D-7CA3-9044-876B-883B54F8677D}" type="slidenum"/>
          </a:p>
        </p:txBody>
      </p:sp>
      <p:sp>
        <p:nvSpPr>
          <p:cNvPr id="107" name="Title Text"/>
          <p:cNvSpPr txBox="1"/>
          <p:nvPr>
            <p:ph type="title"/>
          </p:nvPr>
        </p:nvSpPr>
        <p:spPr>
          <a:xfrm>
            <a:off x="677333" y="4800600"/>
            <a:ext cx="8596668" cy="566738"/>
          </a:xfrm>
          <a:prstGeom prst="rect">
            <a:avLst/>
          </a:prstGeom>
        </p:spPr>
        <p:txBody>
          <a:bodyPr anchor="b"/>
          <a:lstStyle>
            <a:lvl1pPr>
              <a:defRPr sz="2400"/>
            </a:lvl1pPr>
          </a:lstStyle>
          <a:p>
            <a:pPr/>
            <a:r>
              <a:t>Title Text</a:t>
            </a:r>
          </a:p>
        </p:txBody>
      </p:sp>
      <p:sp>
        <p:nvSpPr>
          <p:cNvPr id="108" name="Picture Placeholder 2"/>
          <p:cNvSpPr/>
          <p:nvPr>
            <p:ph type="pic" sz="half" idx="21"/>
          </p:nvPr>
        </p:nvSpPr>
        <p:spPr>
          <a:xfrm>
            <a:off x="677333" y="609600"/>
            <a:ext cx="8596670" cy="3845718"/>
          </a:xfrm>
          <a:prstGeom prst="rect">
            <a:avLst/>
          </a:prstGeom>
        </p:spPr>
        <p:txBody>
          <a:bodyPr lIns="91439" rIns="91439">
            <a:noAutofit/>
          </a:bodyPr>
          <a:lstStyle/>
          <a:p>
            <a:pPr/>
          </a:p>
        </p:txBody>
      </p:sp>
      <p:sp>
        <p:nvSpPr>
          <p:cNvPr id="109" name="Body Level One…"/>
          <p:cNvSpPr txBox="1"/>
          <p:nvPr>
            <p:ph type="body" sz="quarter" idx="1"/>
          </p:nvPr>
        </p:nvSpPr>
        <p:spPr>
          <a:xfrm>
            <a:off x="677333" y="5367337"/>
            <a:ext cx="8596668" cy="674025"/>
          </a:xfrm>
          <a:prstGeom prst="rect">
            <a:avLst/>
          </a:prstGeom>
        </p:spPr>
        <p:txBody>
          <a:bodyPr/>
          <a:lstStyle>
            <a:lvl1pPr marL="0" indent="0">
              <a:buClrTx/>
              <a:buSzTx/>
              <a:buNone/>
              <a:defRPr sz="1200"/>
            </a:lvl1pPr>
            <a:lvl2pPr marL="0" indent="457200">
              <a:buClrTx/>
              <a:buSzTx/>
              <a:buNone/>
              <a:defRPr sz="1200"/>
            </a:lvl2pPr>
            <a:lvl3pPr marL="0" indent="914400">
              <a:buClrTx/>
              <a:buSzTx/>
              <a:buNone/>
              <a:defRPr sz="1200"/>
            </a:lvl3pPr>
            <a:lvl4pPr marL="0" indent="1371600">
              <a:buClrTx/>
              <a:buSzTx/>
              <a:buNone/>
              <a:defRPr sz="1200"/>
            </a:lvl4pPr>
            <a:lvl5pPr marL="0" indent="1828800">
              <a:buClrTx/>
              <a:buSzTx/>
              <a:buNone/>
              <a:defRPr sz="1200"/>
            </a:lvl5pPr>
          </a:lstStyle>
          <a:p>
            <a:pPr/>
            <a:r>
              <a:t>Body Level One</a:t>
            </a:r>
          </a:p>
          <a:p>
            <a:pPr lvl="1"/>
            <a:r>
              <a:t>Body Level Two</a:t>
            </a:r>
          </a:p>
          <a:p>
            <a:pPr lvl="2"/>
            <a:r>
              <a:t>Body Level Three</a:t>
            </a:r>
          </a:p>
          <a:p>
            <a:pPr lvl="3"/>
            <a:r>
              <a:t>Body Level Four</a:t>
            </a:r>
          </a:p>
          <a:p>
            <a:pPr lvl="4"/>
            <a:r>
              <a:t>Body Level Five</a:t>
            </a:r>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aption">
    <p:spTree>
      <p:nvGrpSpPr>
        <p:cNvPr id="1" name=""/>
        <p:cNvGrpSpPr/>
        <p:nvPr/>
      </p:nvGrpSpPr>
      <p:grpSpPr>
        <a:xfrm>
          <a:off x="0" y="0"/>
          <a:ext cx="0" cy="0"/>
          <a:chOff x="0" y="0"/>
          <a:chExt cx="0" cy="0"/>
        </a:xfrm>
      </p:grpSpPr>
      <p:sp>
        <p:nvSpPr>
          <p:cNvPr id="116" name="Slide Number"/>
          <p:cNvSpPr txBox="1"/>
          <p:nvPr>
            <p:ph type="sldNum" sz="quarter" idx="2"/>
          </p:nvPr>
        </p:nvSpPr>
        <p:spPr>
          <a:prstGeom prst="rect">
            <a:avLst/>
          </a:prstGeom>
        </p:spPr>
        <p:txBody>
          <a:bodyPr/>
          <a:lstStyle/>
          <a:p>
            <a:pPr/>
            <a:fld id="{86CB4B4D-7CA3-9044-876B-883B54F8677D}" type="slidenum"/>
          </a:p>
        </p:txBody>
      </p:sp>
      <p:sp>
        <p:nvSpPr>
          <p:cNvPr id="117" name="Title Text"/>
          <p:cNvSpPr txBox="1"/>
          <p:nvPr>
            <p:ph type="title"/>
          </p:nvPr>
        </p:nvSpPr>
        <p:spPr>
          <a:xfrm>
            <a:off x="677335" y="609600"/>
            <a:ext cx="8596669" cy="3403600"/>
          </a:xfrm>
          <a:prstGeom prst="rect">
            <a:avLst/>
          </a:prstGeom>
        </p:spPr>
        <p:txBody>
          <a:bodyPr anchor="ctr"/>
          <a:lstStyle>
            <a:lvl1pPr>
              <a:defRPr sz="4400"/>
            </a:lvl1pPr>
          </a:lstStyle>
          <a:p>
            <a:pPr/>
            <a:r>
              <a:t>Title Text</a:t>
            </a:r>
          </a:p>
        </p:txBody>
      </p:sp>
      <p:sp>
        <p:nvSpPr>
          <p:cNvPr id="118" name="Body Level One…"/>
          <p:cNvSpPr txBox="1"/>
          <p:nvPr>
            <p:ph type="body" sz="quarter" idx="1"/>
          </p:nvPr>
        </p:nvSpPr>
        <p:spPr>
          <a:xfrm>
            <a:off x="677335" y="4470400"/>
            <a:ext cx="8596669" cy="1570962"/>
          </a:xfrm>
          <a:prstGeom prst="rect">
            <a:avLst/>
          </a:prstGeom>
        </p:spPr>
        <p:txBody>
          <a:bodyPr anchor="ctr"/>
          <a:lstStyle>
            <a:lvl1pPr marL="0" indent="0">
              <a:buClrTx/>
              <a:buSzTx/>
              <a:buNone/>
            </a:lvl1pPr>
            <a:lvl2pPr marL="0" indent="457200">
              <a:buClrTx/>
              <a:buSzTx/>
              <a:buNone/>
            </a:lvl2pPr>
            <a:lvl3pPr marL="0" indent="914400">
              <a:buClrTx/>
              <a:buSzTx/>
              <a:buNone/>
            </a:lvl3pPr>
            <a:lvl4pPr marL="0" indent="1371600">
              <a:buClrTx/>
              <a:buSzTx/>
              <a:buNone/>
            </a:lvl4pPr>
            <a:lvl5pPr marL="0" indent="1828800">
              <a:buClrTx/>
              <a:buSzTx/>
              <a:buNone/>
            </a:lvl5pPr>
          </a:lstStyle>
          <a:p>
            <a:pPr/>
            <a:r>
              <a:t>Body Level One</a:t>
            </a:r>
          </a:p>
          <a:p>
            <a:pPr lvl="1"/>
            <a:r>
              <a:t>Body Level Two</a:t>
            </a:r>
          </a:p>
          <a:p>
            <a:pPr lvl="2"/>
            <a:r>
              <a:t>Body Level Three</a:t>
            </a:r>
          </a:p>
          <a:p>
            <a:pPr lvl="3"/>
            <a:r>
              <a:t>Body Level Four</a:t>
            </a:r>
          </a:p>
          <a:p>
            <a:pPr lvl="4"/>
            <a:r>
              <a:t>Body Level Five</a:t>
            </a:r>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with Caption">
    <p:spTree>
      <p:nvGrpSpPr>
        <p:cNvPr id="1" name=""/>
        <p:cNvGrpSpPr/>
        <p:nvPr/>
      </p:nvGrpSpPr>
      <p:grpSpPr>
        <a:xfrm>
          <a:off x="0" y="0"/>
          <a:ext cx="0" cy="0"/>
          <a:chOff x="0" y="0"/>
          <a:chExt cx="0" cy="0"/>
        </a:xfrm>
      </p:grpSpPr>
      <p:sp>
        <p:nvSpPr>
          <p:cNvPr id="125" name="Slide Number"/>
          <p:cNvSpPr txBox="1"/>
          <p:nvPr>
            <p:ph type="sldNum" sz="quarter" idx="2"/>
          </p:nvPr>
        </p:nvSpPr>
        <p:spPr>
          <a:prstGeom prst="rect">
            <a:avLst/>
          </a:prstGeom>
        </p:spPr>
        <p:txBody>
          <a:bodyPr/>
          <a:lstStyle/>
          <a:p>
            <a:pPr/>
            <a:fld id="{86CB4B4D-7CA3-9044-876B-883B54F8677D}" type="slidenum"/>
          </a:p>
        </p:txBody>
      </p:sp>
      <p:sp>
        <p:nvSpPr>
          <p:cNvPr id="126" name="Title Text"/>
          <p:cNvSpPr txBox="1"/>
          <p:nvPr>
            <p:ph type="title"/>
          </p:nvPr>
        </p:nvSpPr>
        <p:spPr>
          <a:xfrm>
            <a:off x="931334" y="609600"/>
            <a:ext cx="8094134" cy="3022600"/>
          </a:xfrm>
          <a:prstGeom prst="rect">
            <a:avLst/>
          </a:prstGeom>
        </p:spPr>
        <p:txBody>
          <a:bodyPr anchor="ctr"/>
          <a:lstStyle>
            <a:lvl1pPr>
              <a:defRPr sz="4400"/>
            </a:lvl1pPr>
          </a:lstStyle>
          <a:p>
            <a:pPr/>
            <a:r>
              <a:t>Title Text</a:t>
            </a:r>
          </a:p>
        </p:txBody>
      </p:sp>
      <p:sp>
        <p:nvSpPr>
          <p:cNvPr id="127" name="Body Level One…"/>
          <p:cNvSpPr txBox="1"/>
          <p:nvPr>
            <p:ph type="body" sz="quarter" idx="1"/>
          </p:nvPr>
        </p:nvSpPr>
        <p:spPr>
          <a:xfrm>
            <a:off x="1366138" y="3632200"/>
            <a:ext cx="7224526" cy="381000"/>
          </a:xfrm>
          <a:prstGeom prst="rect">
            <a:avLst/>
          </a:prstGeom>
        </p:spPr>
        <p:txBody>
          <a:bodyPr anchor="ctr"/>
          <a:lstStyle>
            <a:lvl1pPr marL="0" indent="0">
              <a:buClrTx/>
              <a:buSzTx/>
              <a:buNone/>
              <a:defRPr sz="1600">
                <a:solidFill>
                  <a:srgbClr val="808080"/>
                </a:solidFill>
              </a:defRPr>
            </a:lvl1pPr>
            <a:lvl2pPr marL="0" indent="457200">
              <a:buClrTx/>
              <a:buSzTx/>
              <a:buNone/>
              <a:defRPr sz="1600">
                <a:solidFill>
                  <a:srgbClr val="808080"/>
                </a:solidFill>
              </a:defRPr>
            </a:lvl2pPr>
            <a:lvl3pPr marL="0" indent="914400">
              <a:buClrTx/>
              <a:buSzTx/>
              <a:buNone/>
              <a:defRPr sz="1600">
                <a:solidFill>
                  <a:srgbClr val="808080"/>
                </a:solidFill>
              </a:defRPr>
            </a:lvl3pPr>
            <a:lvl4pPr marL="0" indent="1371600">
              <a:buClrTx/>
              <a:buSzTx/>
              <a:buNone/>
              <a:defRPr sz="1600">
                <a:solidFill>
                  <a:srgbClr val="808080"/>
                </a:solidFill>
              </a:defRPr>
            </a:lvl4pPr>
            <a:lvl5pPr marL="0" indent="1828800">
              <a:buClrTx/>
              <a:buSzTx/>
              <a:buNone/>
              <a:defRPr sz="1600">
                <a:solidFill>
                  <a:srgbClr val="808080"/>
                </a:solidFill>
              </a:defRPr>
            </a:lvl5pPr>
          </a:lstStyle>
          <a:p>
            <a:pPr/>
            <a:r>
              <a:t>Body Level One</a:t>
            </a:r>
          </a:p>
          <a:p>
            <a:pPr lvl="1"/>
            <a:r>
              <a:t>Body Level Two</a:t>
            </a:r>
          </a:p>
          <a:p>
            <a:pPr lvl="2"/>
            <a:r>
              <a:t>Body Level Three</a:t>
            </a:r>
          </a:p>
          <a:p>
            <a:pPr lvl="3"/>
            <a:r>
              <a:t>Body Level Four</a:t>
            </a:r>
          </a:p>
          <a:p>
            <a:pPr lvl="4"/>
            <a:r>
              <a:t>Body Level Five</a:t>
            </a:r>
          </a:p>
        </p:txBody>
      </p:sp>
      <p:sp>
        <p:nvSpPr>
          <p:cNvPr id="128" name="Text Placeholder 2"/>
          <p:cNvSpPr/>
          <p:nvPr>
            <p:ph type="body" sz="quarter" idx="21"/>
          </p:nvPr>
        </p:nvSpPr>
        <p:spPr>
          <a:xfrm>
            <a:off x="677334" y="4470399"/>
            <a:ext cx="8596670" cy="1570964"/>
          </a:xfrm>
          <a:prstGeom prst="rect">
            <a:avLst/>
          </a:prstGeom>
        </p:spPr>
        <p:txBody>
          <a:bodyPr anchor="ctr"/>
          <a:lstStyle/>
          <a:p>
            <a:pPr marL="0" indent="0">
              <a:buClrTx/>
              <a:buSzTx/>
              <a:buNone/>
            </a:pPr>
          </a:p>
        </p:txBody>
      </p:sp>
      <p:sp>
        <p:nvSpPr>
          <p:cNvPr id="129" name="TextBox 23"/>
          <p:cNvSpPr txBox="1"/>
          <p:nvPr/>
        </p:nvSpPr>
        <p:spPr>
          <a:xfrm>
            <a:off x="587589" y="469465"/>
            <a:ext cx="518161" cy="12266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8000">
                <a:solidFill>
                  <a:srgbClr val="9FE0F5"/>
                </a:solidFill>
                <a:latin typeface="Arial"/>
                <a:ea typeface="Arial"/>
                <a:cs typeface="Arial"/>
                <a:sym typeface="Arial"/>
              </a:defRPr>
            </a:lvl1pPr>
          </a:lstStyle>
          <a:p>
            <a:pPr/>
            <a:r>
              <a:t>“</a:t>
            </a:r>
          </a:p>
        </p:txBody>
      </p:sp>
      <p:sp>
        <p:nvSpPr>
          <p:cNvPr id="130" name="TextBox 24"/>
          <p:cNvSpPr txBox="1"/>
          <p:nvPr/>
        </p:nvSpPr>
        <p:spPr>
          <a:xfrm>
            <a:off x="8938730" y="2565643"/>
            <a:ext cx="518161" cy="12266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8000">
                <a:solidFill>
                  <a:srgbClr val="9FE0F5"/>
                </a:solidFill>
                <a:latin typeface="Arial"/>
                <a:ea typeface="Arial"/>
                <a:cs typeface="Arial"/>
                <a:sym typeface="Arial"/>
              </a:defRPr>
            </a:lvl1pPr>
          </a:lstStyle>
          <a:p>
            <a:pPr/>
            <a:r>
              <a:t>”</a:t>
            </a:r>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Name Card">
    <p:spTree>
      <p:nvGrpSpPr>
        <p:cNvPr id="1" name=""/>
        <p:cNvGrpSpPr/>
        <p:nvPr/>
      </p:nvGrpSpPr>
      <p:grpSpPr>
        <a:xfrm>
          <a:off x="0" y="0"/>
          <a:ext cx="0" cy="0"/>
          <a:chOff x="0" y="0"/>
          <a:chExt cx="0" cy="0"/>
        </a:xfrm>
      </p:grpSpPr>
      <p:sp>
        <p:nvSpPr>
          <p:cNvPr id="137" name="Slide Number"/>
          <p:cNvSpPr txBox="1"/>
          <p:nvPr>
            <p:ph type="sldNum" sz="quarter" idx="2"/>
          </p:nvPr>
        </p:nvSpPr>
        <p:spPr>
          <a:prstGeom prst="rect">
            <a:avLst/>
          </a:prstGeom>
        </p:spPr>
        <p:txBody>
          <a:bodyPr/>
          <a:lstStyle/>
          <a:p>
            <a:pPr/>
            <a:fld id="{86CB4B4D-7CA3-9044-876B-883B54F8677D}" type="slidenum"/>
          </a:p>
        </p:txBody>
      </p:sp>
      <p:sp>
        <p:nvSpPr>
          <p:cNvPr id="138" name="Title Text"/>
          <p:cNvSpPr txBox="1"/>
          <p:nvPr>
            <p:ph type="title"/>
          </p:nvPr>
        </p:nvSpPr>
        <p:spPr>
          <a:xfrm>
            <a:off x="677335" y="1931988"/>
            <a:ext cx="8596669" cy="2595461"/>
          </a:xfrm>
          <a:prstGeom prst="rect">
            <a:avLst/>
          </a:prstGeom>
        </p:spPr>
        <p:txBody>
          <a:bodyPr anchor="b"/>
          <a:lstStyle>
            <a:lvl1pPr>
              <a:defRPr sz="4400"/>
            </a:lvl1pPr>
          </a:lstStyle>
          <a:p>
            <a:pPr/>
            <a:r>
              <a:t>Title Text</a:t>
            </a:r>
          </a:p>
        </p:txBody>
      </p:sp>
      <p:sp>
        <p:nvSpPr>
          <p:cNvPr id="139" name="Body Level One…"/>
          <p:cNvSpPr txBox="1"/>
          <p:nvPr>
            <p:ph type="body" sz="quarter" idx="1"/>
          </p:nvPr>
        </p:nvSpPr>
        <p:spPr>
          <a:xfrm>
            <a:off x="677335" y="4527448"/>
            <a:ext cx="8596669" cy="1513915"/>
          </a:xfrm>
          <a:prstGeom prst="rect">
            <a:avLst/>
          </a:prstGeom>
        </p:spPr>
        <p:txBody>
          <a:bodyPr/>
          <a:lstStyle>
            <a:lvl1pPr marL="0" indent="0">
              <a:buClrTx/>
              <a:buSzTx/>
              <a:buNone/>
            </a:lvl1pPr>
            <a:lvl2pPr marL="0" indent="457200">
              <a:buClrTx/>
              <a:buSzTx/>
              <a:buNone/>
            </a:lvl2pPr>
            <a:lvl3pPr marL="0" indent="914400">
              <a:buClrTx/>
              <a:buSzTx/>
              <a:buNone/>
            </a:lvl3pPr>
            <a:lvl4pPr marL="0" indent="1371600">
              <a:buClrTx/>
              <a:buSzTx/>
              <a:buNone/>
            </a:lvl4pPr>
            <a:lvl5pPr marL="0" indent="1828800">
              <a:buClrTx/>
              <a:buSzTx/>
              <a:buNone/>
            </a:lvl5pPr>
          </a:lstStyle>
          <a:p>
            <a:pPr/>
            <a:r>
              <a:t>Body Level One</a:t>
            </a:r>
          </a:p>
          <a:p>
            <a:pPr lvl="1"/>
            <a:r>
              <a:t>Body Level Two</a:t>
            </a:r>
          </a:p>
          <a:p>
            <a:pPr lvl="2"/>
            <a:r>
              <a:t>Body Level Three</a:t>
            </a:r>
          </a:p>
          <a:p>
            <a:pPr lvl="3"/>
            <a:r>
              <a:t>Body Level Four</a:t>
            </a:r>
          </a:p>
          <a:p>
            <a:pPr lvl="4"/>
            <a:r>
              <a:t>Body Level Five</a:t>
            </a:r>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Name Card">
    <p:spTree>
      <p:nvGrpSpPr>
        <p:cNvPr id="1" name=""/>
        <p:cNvGrpSpPr/>
        <p:nvPr/>
      </p:nvGrpSpPr>
      <p:grpSpPr>
        <a:xfrm>
          <a:off x="0" y="0"/>
          <a:ext cx="0" cy="0"/>
          <a:chOff x="0" y="0"/>
          <a:chExt cx="0" cy="0"/>
        </a:xfrm>
      </p:grpSpPr>
      <p:sp>
        <p:nvSpPr>
          <p:cNvPr id="146" name="Slide Number"/>
          <p:cNvSpPr txBox="1"/>
          <p:nvPr>
            <p:ph type="sldNum" sz="quarter" idx="2"/>
          </p:nvPr>
        </p:nvSpPr>
        <p:spPr>
          <a:prstGeom prst="rect">
            <a:avLst/>
          </a:prstGeom>
        </p:spPr>
        <p:txBody>
          <a:bodyPr/>
          <a:lstStyle/>
          <a:p>
            <a:pPr/>
            <a:fld id="{86CB4B4D-7CA3-9044-876B-883B54F8677D}" type="slidenum"/>
          </a:p>
        </p:txBody>
      </p:sp>
      <p:sp>
        <p:nvSpPr>
          <p:cNvPr id="147" name="Title Text"/>
          <p:cNvSpPr txBox="1"/>
          <p:nvPr>
            <p:ph type="title"/>
          </p:nvPr>
        </p:nvSpPr>
        <p:spPr>
          <a:xfrm>
            <a:off x="931334" y="609600"/>
            <a:ext cx="8094134" cy="3022600"/>
          </a:xfrm>
          <a:prstGeom prst="rect">
            <a:avLst/>
          </a:prstGeom>
        </p:spPr>
        <p:txBody>
          <a:bodyPr anchor="ctr"/>
          <a:lstStyle>
            <a:lvl1pPr>
              <a:defRPr sz="4400"/>
            </a:lvl1pPr>
          </a:lstStyle>
          <a:p>
            <a:pPr/>
            <a:r>
              <a:t>Title Text</a:t>
            </a:r>
          </a:p>
        </p:txBody>
      </p:sp>
      <p:sp>
        <p:nvSpPr>
          <p:cNvPr id="148" name="Body Level One…"/>
          <p:cNvSpPr txBox="1"/>
          <p:nvPr>
            <p:ph type="body" sz="quarter" idx="1"/>
          </p:nvPr>
        </p:nvSpPr>
        <p:spPr>
          <a:xfrm>
            <a:off x="677332" y="4013200"/>
            <a:ext cx="8596670" cy="514249"/>
          </a:xfrm>
          <a:prstGeom prst="rect">
            <a:avLst/>
          </a:prstGeom>
        </p:spPr>
        <p:txBody>
          <a:bodyPr anchor="b"/>
          <a:lstStyle>
            <a:lvl1pPr marL="0" indent="0">
              <a:buClrTx/>
              <a:buSzTx/>
              <a:buNone/>
              <a:defRPr sz="2400"/>
            </a:lvl1pPr>
            <a:lvl2pPr marL="0" indent="457200">
              <a:buClrTx/>
              <a:buSzTx/>
              <a:buNone/>
              <a:defRPr sz="2400"/>
            </a:lvl2pPr>
            <a:lvl3pPr marL="0" indent="914400">
              <a:buClrTx/>
              <a:buSzTx/>
              <a:buNone/>
              <a:defRPr sz="2400"/>
            </a:lvl3pPr>
            <a:lvl4pPr marL="0" indent="1371600">
              <a:buClrTx/>
              <a:buSzTx/>
              <a:buNone/>
              <a:defRPr sz="2400"/>
            </a:lvl4pPr>
            <a:lvl5pPr marL="0" indent="1828800">
              <a:buClrTx/>
              <a:buSzTx/>
              <a:buNone/>
              <a:defRPr sz="2400"/>
            </a:lvl5pPr>
          </a:lstStyle>
          <a:p>
            <a:pPr/>
            <a:r>
              <a:t>Body Level One</a:t>
            </a:r>
          </a:p>
          <a:p>
            <a:pPr lvl="1"/>
            <a:r>
              <a:t>Body Level Two</a:t>
            </a:r>
          </a:p>
          <a:p>
            <a:pPr lvl="2"/>
            <a:r>
              <a:t>Body Level Three</a:t>
            </a:r>
          </a:p>
          <a:p>
            <a:pPr lvl="3"/>
            <a:r>
              <a:t>Body Level Four</a:t>
            </a:r>
          </a:p>
          <a:p>
            <a:pPr lvl="4"/>
            <a:r>
              <a:t>Body Level Five</a:t>
            </a:r>
          </a:p>
        </p:txBody>
      </p:sp>
      <p:sp>
        <p:nvSpPr>
          <p:cNvPr id="149" name="Text Placeholder 2"/>
          <p:cNvSpPr/>
          <p:nvPr>
            <p:ph type="body" sz="quarter" idx="21"/>
          </p:nvPr>
        </p:nvSpPr>
        <p:spPr>
          <a:xfrm>
            <a:off x="677334" y="4527448"/>
            <a:ext cx="8596670" cy="1513915"/>
          </a:xfrm>
          <a:prstGeom prst="rect">
            <a:avLst/>
          </a:prstGeom>
        </p:spPr>
        <p:txBody>
          <a:bodyPr/>
          <a:lstStyle/>
          <a:p>
            <a:pPr marL="0" indent="0">
              <a:buClrTx/>
              <a:buSzTx/>
              <a:buNone/>
              <a:defRPr>
                <a:solidFill>
                  <a:srgbClr val="808080"/>
                </a:solidFill>
              </a:defRPr>
            </a:pPr>
          </a:p>
        </p:txBody>
      </p:sp>
      <p:sp>
        <p:nvSpPr>
          <p:cNvPr id="150" name="TextBox 23"/>
          <p:cNvSpPr txBox="1"/>
          <p:nvPr/>
        </p:nvSpPr>
        <p:spPr>
          <a:xfrm>
            <a:off x="587589" y="469465"/>
            <a:ext cx="518161" cy="12266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8000">
                <a:solidFill>
                  <a:srgbClr val="9FE0F5"/>
                </a:solidFill>
                <a:latin typeface="Arial"/>
                <a:ea typeface="Arial"/>
                <a:cs typeface="Arial"/>
                <a:sym typeface="Arial"/>
              </a:defRPr>
            </a:lvl1pPr>
          </a:lstStyle>
          <a:p>
            <a:pPr/>
            <a:r>
              <a:t>“</a:t>
            </a:r>
          </a:p>
        </p:txBody>
      </p:sp>
      <p:sp>
        <p:nvSpPr>
          <p:cNvPr id="151" name="TextBox 24"/>
          <p:cNvSpPr txBox="1"/>
          <p:nvPr/>
        </p:nvSpPr>
        <p:spPr>
          <a:xfrm>
            <a:off x="8938730" y="2565643"/>
            <a:ext cx="518161" cy="12266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8000">
                <a:solidFill>
                  <a:srgbClr val="9FE0F5"/>
                </a:solidFill>
                <a:latin typeface="Arial"/>
                <a:ea typeface="Arial"/>
                <a:cs typeface="Arial"/>
                <a:sym typeface="Arial"/>
              </a:defRPr>
            </a:lvl1pPr>
          </a:lstStyle>
          <a:p>
            <a:pPr/>
            <a:r>
              <a:t>”</a:t>
            </a:r>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rue or False">
    <p:spTree>
      <p:nvGrpSpPr>
        <p:cNvPr id="1" name=""/>
        <p:cNvGrpSpPr/>
        <p:nvPr/>
      </p:nvGrpSpPr>
      <p:grpSpPr>
        <a:xfrm>
          <a:off x="0" y="0"/>
          <a:ext cx="0" cy="0"/>
          <a:chOff x="0" y="0"/>
          <a:chExt cx="0" cy="0"/>
        </a:xfrm>
      </p:grpSpPr>
      <p:sp>
        <p:nvSpPr>
          <p:cNvPr id="158" name="Slide Number"/>
          <p:cNvSpPr txBox="1"/>
          <p:nvPr>
            <p:ph type="sldNum" sz="quarter" idx="2"/>
          </p:nvPr>
        </p:nvSpPr>
        <p:spPr>
          <a:prstGeom prst="rect">
            <a:avLst/>
          </a:prstGeom>
        </p:spPr>
        <p:txBody>
          <a:bodyPr/>
          <a:lstStyle/>
          <a:p>
            <a:pPr/>
            <a:fld id="{86CB4B4D-7CA3-9044-876B-883B54F8677D}" type="slidenum"/>
          </a:p>
        </p:txBody>
      </p:sp>
      <p:sp>
        <p:nvSpPr>
          <p:cNvPr id="159" name="Title Text"/>
          <p:cNvSpPr txBox="1"/>
          <p:nvPr>
            <p:ph type="title"/>
          </p:nvPr>
        </p:nvSpPr>
        <p:spPr>
          <a:xfrm>
            <a:off x="685798" y="609600"/>
            <a:ext cx="8588204" cy="3022600"/>
          </a:xfrm>
          <a:prstGeom prst="rect">
            <a:avLst/>
          </a:prstGeom>
        </p:spPr>
        <p:txBody>
          <a:bodyPr anchor="ctr"/>
          <a:lstStyle>
            <a:lvl1pPr>
              <a:defRPr sz="4400"/>
            </a:lvl1pPr>
          </a:lstStyle>
          <a:p>
            <a:pPr/>
            <a:r>
              <a:t>Title Text</a:t>
            </a:r>
          </a:p>
        </p:txBody>
      </p:sp>
      <p:sp>
        <p:nvSpPr>
          <p:cNvPr id="160" name="Body Level One…"/>
          <p:cNvSpPr txBox="1"/>
          <p:nvPr>
            <p:ph type="body" sz="quarter" idx="1"/>
          </p:nvPr>
        </p:nvSpPr>
        <p:spPr>
          <a:xfrm>
            <a:off x="677332" y="4013200"/>
            <a:ext cx="8596670" cy="514249"/>
          </a:xfrm>
          <a:prstGeom prst="rect">
            <a:avLst/>
          </a:prstGeom>
        </p:spPr>
        <p:txBody>
          <a:bodyPr anchor="b"/>
          <a:lstStyle>
            <a:lvl1pPr marL="0" indent="0">
              <a:buClrTx/>
              <a:buSzTx/>
              <a:buNone/>
              <a:defRPr sz="2400">
                <a:solidFill>
                  <a:schemeClr val="accent1"/>
                </a:solidFill>
              </a:defRPr>
            </a:lvl1pPr>
            <a:lvl2pPr marL="0" indent="457200">
              <a:buClrTx/>
              <a:buSzTx/>
              <a:buNone/>
              <a:defRPr sz="2400">
                <a:solidFill>
                  <a:schemeClr val="accent1"/>
                </a:solidFill>
              </a:defRPr>
            </a:lvl2pPr>
            <a:lvl3pPr marL="0" indent="914400">
              <a:buClrTx/>
              <a:buSzTx/>
              <a:buNone/>
              <a:defRPr sz="2400">
                <a:solidFill>
                  <a:schemeClr val="accent1"/>
                </a:solidFill>
              </a:defRPr>
            </a:lvl3pPr>
            <a:lvl4pPr marL="0" indent="1371600">
              <a:buClrTx/>
              <a:buSzTx/>
              <a:buNone/>
              <a:defRPr sz="2400">
                <a:solidFill>
                  <a:schemeClr val="accent1"/>
                </a:solidFill>
              </a:defRPr>
            </a:lvl4pPr>
            <a:lvl5pPr marL="0" indent="1828800">
              <a:buClrTx/>
              <a:buSzTx/>
              <a:buNone/>
              <a:defRPr sz="2400">
                <a:solidFill>
                  <a:schemeClr val="accent1"/>
                </a:solidFill>
              </a:defRPr>
            </a:lvl5pPr>
          </a:lstStyle>
          <a:p>
            <a:pPr/>
            <a:r>
              <a:t>Body Level One</a:t>
            </a:r>
          </a:p>
          <a:p>
            <a:pPr lvl="1"/>
            <a:r>
              <a:t>Body Level Two</a:t>
            </a:r>
          </a:p>
          <a:p>
            <a:pPr lvl="2"/>
            <a:r>
              <a:t>Body Level Three</a:t>
            </a:r>
          </a:p>
          <a:p>
            <a:pPr lvl="3"/>
            <a:r>
              <a:t>Body Level Four</a:t>
            </a:r>
          </a:p>
          <a:p>
            <a:pPr lvl="4"/>
            <a:r>
              <a:t>Body Level Five</a:t>
            </a:r>
          </a:p>
        </p:txBody>
      </p:sp>
      <p:sp>
        <p:nvSpPr>
          <p:cNvPr id="161" name="Text Placeholder 2"/>
          <p:cNvSpPr/>
          <p:nvPr>
            <p:ph type="body" sz="quarter" idx="21"/>
          </p:nvPr>
        </p:nvSpPr>
        <p:spPr>
          <a:xfrm>
            <a:off x="677334" y="4527448"/>
            <a:ext cx="8596670" cy="1513915"/>
          </a:xfrm>
          <a:prstGeom prst="rect">
            <a:avLst/>
          </a:prstGeom>
        </p:spPr>
        <p:txBody>
          <a:bodyPr/>
          <a:lstStyle/>
          <a:p>
            <a:pPr marL="0" indent="0">
              <a:buClrTx/>
              <a:buSzTx/>
              <a:buNone/>
              <a:defRPr>
                <a:solidFill>
                  <a:srgbClr val="808080"/>
                </a:solidFill>
              </a:defRPr>
            </a:pPr>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68" name="Slide Number"/>
          <p:cNvSpPr txBox="1"/>
          <p:nvPr>
            <p:ph type="sldNum" sz="quarter" idx="2"/>
          </p:nvPr>
        </p:nvSpPr>
        <p:spPr>
          <a:prstGeom prst="rect">
            <a:avLst/>
          </a:prstGeom>
        </p:spPr>
        <p:txBody>
          <a:bodyPr/>
          <a:lstStyle/>
          <a:p>
            <a:pPr/>
            <a:fld id="{86CB4B4D-7CA3-9044-876B-883B54F8677D}" type="slidenum"/>
          </a:p>
        </p:txBody>
      </p:sp>
      <p:sp>
        <p:nvSpPr>
          <p:cNvPr id="169" name="Body Level One…"/>
          <p:cNvSpPr txBox="1"/>
          <p:nvPr>
            <p:ph type="body" sz="quarter" idx="1"/>
          </p:nvPr>
        </p:nvSpPr>
        <p:spPr>
          <a:xfrm>
            <a:off x="6312870" y="4141999"/>
            <a:ext cx="4220846" cy="861498"/>
          </a:xfrm>
          <a:prstGeom prst="rect">
            <a:avLst/>
          </a:prstGeom>
        </p:spPr>
        <p:txBody>
          <a:bodyPr/>
          <a:lstStyle>
            <a:lvl1pPr marL="0" indent="0">
              <a:buClrTx/>
              <a:buSzTx/>
              <a:buNone/>
              <a:defRPr b="1" sz="2000">
                <a:solidFill>
                  <a:schemeClr val="accent4"/>
                </a:solidFill>
              </a:defRPr>
            </a:lvl1pPr>
            <a:lvl2pPr marL="0" indent="457200">
              <a:buClrTx/>
              <a:buSzTx/>
              <a:buNone/>
              <a:defRPr b="1" sz="2000">
                <a:solidFill>
                  <a:schemeClr val="accent4"/>
                </a:solidFill>
              </a:defRPr>
            </a:lvl2pPr>
            <a:lvl3pPr marL="1240971" indent="-326571">
              <a:buClrTx/>
              <a:defRPr b="1" sz="2000">
                <a:solidFill>
                  <a:schemeClr val="accent4"/>
                </a:solidFill>
              </a:defRPr>
            </a:lvl3pPr>
            <a:lvl4pPr marL="1752600" indent="-381000">
              <a:buClrTx/>
              <a:defRPr b="1" sz="2000">
                <a:solidFill>
                  <a:schemeClr val="accent4"/>
                </a:solidFill>
              </a:defRPr>
            </a:lvl4pPr>
            <a:lvl5pPr marL="2209800" indent="-381000">
              <a:buClrTx/>
              <a:defRPr b="1" sz="2000">
                <a:solidFill>
                  <a:schemeClr val="accent4"/>
                </a:solidFill>
              </a:defRPr>
            </a:lvl5pPr>
          </a:lstStyle>
          <a:p>
            <a:pPr/>
            <a:r>
              <a:t>Body Level One</a:t>
            </a:r>
          </a:p>
          <a:p>
            <a:pPr lvl="1"/>
            <a:r>
              <a:t>Body Level Two</a:t>
            </a:r>
          </a:p>
          <a:p>
            <a:pPr lvl="2"/>
            <a:r>
              <a:t>Body Level Three</a:t>
            </a:r>
          </a:p>
          <a:p>
            <a:pPr lvl="3"/>
            <a:r>
              <a:t>Body Level Four</a:t>
            </a:r>
          </a:p>
          <a:p>
            <a:pPr lvl="4"/>
            <a:r>
              <a:t>Body Level Five</a:t>
            </a:r>
          </a:p>
        </p:txBody>
      </p:sp>
      <p:sp>
        <p:nvSpPr>
          <p:cNvPr id="170" name="Hexagon 14"/>
          <p:cNvSpPr/>
          <p:nvPr/>
        </p:nvSpPr>
        <p:spPr>
          <a:xfrm>
            <a:off x="740308" y="1382809"/>
            <a:ext cx="1229567" cy="105997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4655" y="0"/>
                </a:lnTo>
                <a:lnTo>
                  <a:pt x="16945" y="0"/>
                </a:lnTo>
                <a:lnTo>
                  <a:pt x="21600" y="10800"/>
                </a:lnTo>
                <a:lnTo>
                  <a:pt x="16945" y="21600"/>
                </a:lnTo>
                <a:lnTo>
                  <a:pt x="4655" y="21600"/>
                </a:lnTo>
                <a:close/>
              </a:path>
            </a:pathLst>
          </a:custGeom>
          <a:solidFill>
            <a:schemeClr val="accent1"/>
          </a:solidFill>
          <a:ln w="12700">
            <a:miter lim="400000"/>
          </a:ln>
        </p:spPr>
        <p:txBody>
          <a:bodyPr lIns="45719" rIns="45719" anchor="ctr"/>
          <a:lstStyle/>
          <a:p>
            <a:pPr algn="ctr">
              <a:defRPr>
                <a:solidFill>
                  <a:srgbClr val="FFFFFF"/>
                </a:solidFill>
              </a:defRPr>
            </a:pPr>
          </a:p>
        </p:txBody>
      </p:sp>
      <p:sp>
        <p:nvSpPr>
          <p:cNvPr id="171" name="Hexagon 15"/>
          <p:cNvSpPr/>
          <p:nvPr/>
        </p:nvSpPr>
        <p:spPr>
          <a:xfrm>
            <a:off x="3755030" y="1194619"/>
            <a:ext cx="1666163" cy="143634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4655" y="0"/>
                </a:lnTo>
                <a:lnTo>
                  <a:pt x="16945" y="0"/>
                </a:lnTo>
                <a:lnTo>
                  <a:pt x="21600" y="10800"/>
                </a:lnTo>
                <a:lnTo>
                  <a:pt x="16945" y="21600"/>
                </a:lnTo>
                <a:lnTo>
                  <a:pt x="4655" y="21600"/>
                </a:lnTo>
                <a:close/>
              </a:path>
            </a:pathLst>
          </a:custGeom>
          <a:solidFill>
            <a:schemeClr val="accent3"/>
          </a:solidFill>
          <a:ln w="12700">
            <a:miter lim="400000"/>
          </a:ln>
        </p:spPr>
        <p:txBody>
          <a:bodyPr lIns="45719" rIns="45719" anchor="ctr"/>
          <a:lstStyle/>
          <a:p>
            <a:pPr algn="ctr">
              <a:defRPr>
                <a:solidFill>
                  <a:srgbClr val="FFFFFF"/>
                </a:solidFill>
              </a:defRPr>
            </a:pPr>
          </a:p>
        </p:txBody>
      </p:sp>
      <p:sp>
        <p:nvSpPr>
          <p:cNvPr id="172" name="Hexagon 16"/>
          <p:cNvSpPr/>
          <p:nvPr/>
        </p:nvSpPr>
        <p:spPr>
          <a:xfrm>
            <a:off x="3804994" y="5233182"/>
            <a:ext cx="718262" cy="6191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4655" y="0"/>
                </a:lnTo>
                <a:lnTo>
                  <a:pt x="16945" y="0"/>
                </a:lnTo>
                <a:lnTo>
                  <a:pt x="21600" y="10800"/>
                </a:lnTo>
                <a:lnTo>
                  <a:pt x="16945" y="21600"/>
                </a:lnTo>
                <a:lnTo>
                  <a:pt x="4655" y="21600"/>
                </a:lnTo>
                <a:close/>
              </a:path>
            </a:pathLst>
          </a:custGeom>
          <a:solidFill>
            <a:schemeClr val="accent5"/>
          </a:solidFill>
          <a:ln w="12700">
            <a:miter lim="400000"/>
          </a:ln>
        </p:spPr>
        <p:txBody>
          <a:bodyPr lIns="45719" rIns="45719" anchor="ctr"/>
          <a:lstStyle/>
          <a:p>
            <a:pPr algn="ctr">
              <a:defRPr>
                <a:solidFill>
                  <a:srgbClr val="FFFFFF"/>
                </a:solidFill>
              </a:defRPr>
            </a:pPr>
          </a:p>
        </p:txBody>
      </p:sp>
      <p:sp>
        <p:nvSpPr>
          <p:cNvPr id="173" name="Hexagon 17"/>
          <p:cNvSpPr/>
          <p:nvPr/>
        </p:nvSpPr>
        <p:spPr>
          <a:xfrm>
            <a:off x="1837838" y="1101306"/>
            <a:ext cx="651614" cy="56173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4655" y="0"/>
                </a:lnTo>
                <a:lnTo>
                  <a:pt x="16945" y="0"/>
                </a:lnTo>
                <a:lnTo>
                  <a:pt x="21600" y="10800"/>
                </a:lnTo>
                <a:lnTo>
                  <a:pt x="16945" y="21600"/>
                </a:lnTo>
                <a:lnTo>
                  <a:pt x="4655" y="21600"/>
                </a:lnTo>
                <a:close/>
              </a:path>
            </a:pathLst>
          </a:custGeom>
          <a:solidFill>
            <a:schemeClr val="accent4"/>
          </a:solidFill>
          <a:ln w="12700">
            <a:miter lim="400000"/>
          </a:ln>
        </p:spPr>
        <p:txBody>
          <a:bodyPr lIns="45719" rIns="45719" anchor="ctr"/>
          <a:lstStyle/>
          <a:p>
            <a:pPr algn="ctr">
              <a:defRPr>
                <a:solidFill>
                  <a:srgbClr val="FFFFFF"/>
                </a:solidFill>
              </a:defRPr>
            </a:pPr>
          </a:p>
        </p:txBody>
      </p:sp>
      <p:sp>
        <p:nvSpPr>
          <p:cNvPr id="174" name="Picture Placeholder 18"/>
          <p:cNvSpPr/>
          <p:nvPr>
            <p:ph type="pic" sz="quarter" idx="21"/>
          </p:nvPr>
        </p:nvSpPr>
        <p:spPr>
          <a:xfrm>
            <a:off x="1571514" y="1914043"/>
            <a:ext cx="3993626" cy="3617850"/>
          </a:xfrm>
          <a:prstGeom prst="rect">
            <a:avLst/>
          </a:prstGeom>
        </p:spPr>
        <p:txBody>
          <a:bodyPr lIns="91439" rIns="91439">
            <a:noAutofit/>
          </a:bodyPr>
          <a:lstStyle/>
          <a:p>
            <a:pPr/>
          </a:p>
        </p:txBody>
      </p:sp>
      <p:sp>
        <p:nvSpPr>
          <p:cNvPr id="175" name="Title Text"/>
          <p:cNvSpPr txBox="1"/>
          <p:nvPr>
            <p:ph type="title"/>
          </p:nvPr>
        </p:nvSpPr>
        <p:spPr>
          <a:xfrm>
            <a:off x="6312870" y="2050551"/>
            <a:ext cx="4998721" cy="1748984"/>
          </a:xfrm>
          <a:prstGeom prst="rect">
            <a:avLst/>
          </a:prstGeom>
        </p:spPr>
        <p:txBody>
          <a:bodyPr/>
          <a:lstStyle>
            <a:lvl1pPr>
              <a:defRPr sz="2800">
                <a:solidFill>
                  <a:srgbClr val="000000"/>
                </a:solidFill>
              </a:defRPr>
            </a:lvl1pPr>
          </a:lstStyle>
          <a:p>
            <a:pPr/>
            <a:r>
              <a:t>Title Text</a:t>
            </a:r>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Introduction">
    <p:spTree>
      <p:nvGrpSpPr>
        <p:cNvPr id="1" name=""/>
        <p:cNvGrpSpPr/>
        <p:nvPr/>
      </p:nvGrpSpPr>
      <p:grpSpPr>
        <a:xfrm>
          <a:off x="0" y="0"/>
          <a:ext cx="0" cy="0"/>
          <a:chOff x="0" y="0"/>
          <a:chExt cx="0" cy="0"/>
        </a:xfrm>
      </p:grpSpPr>
      <p:sp>
        <p:nvSpPr>
          <p:cNvPr id="182" name="Slide Number"/>
          <p:cNvSpPr txBox="1"/>
          <p:nvPr>
            <p:ph type="sldNum" sz="quarter" idx="2"/>
          </p:nvPr>
        </p:nvSpPr>
        <p:spPr>
          <a:prstGeom prst="rect">
            <a:avLst/>
          </a:prstGeom>
        </p:spPr>
        <p:txBody>
          <a:bodyPr/>
          <a:lstStyle/>
          <a:p>
            <a:pPr/>
            <a:fld id="{86CB4B4D-7CA3-9044-876B-883B54F8677D}" type="slidenum"/>
          </a:p>
        </p:txBody>
      </p:sp>
      <p:sp>
        <p:nvSpPr>
          <p:cNvPr id="183" name="Oval 9"/>
          <p:cNvSpPr/>
          <p:nvPr/>
        </p:nvSpPr>
        <p:spPr>
          <a:xfrm>
            <a:off x="7362825" y="443263"/>
            <a:ext cx="361950" cy="361951"/>
          </a:xfrm>
          <a:prstGeom prst="ellipse">
            <a:avLst/>
          </a:prstGeom>
          <a:solidFill>
            <a:srgbClr val="EBEBEB"/>
          </a:solidFill>
          <a:ln w="12700">
            <a:miter lim="400000"/>
          </a:ln>
        </p:spPr>
        <p:txBody>
          <a:bodyPr lIns="45719" rIns="45719" anchor="ctr"/>
          <a:lstStyle/>
          <a:p>
            <a:pPr algn="ctr">
              <a:defRPr>
                <a:solidFill>
                  <a:schemeClr val="accent5"/>
                </a:solidFill>
              </a:defRPr>
            </a:pPr>
          </a:p>
        </p:txBody>
      </p:sp>
      <p:sp>
        <p:nvSpPr>
          <p:cNvPr id="184" name="Oval 13"/>
          <p:cNvSpPr/>
          <p:nvPr/>
        </p:nvSpPr>
        <p:spPr>
          <a:xfrm>
            <a:off x="11007245" y="5605993"/>
            <a:ext cx="654229" cy="654229"/>
          </a:xfrm>
          <a:prstGeom prst="ellipse">
            <a:avLst/>
          </a:prstGeom>
          <a:solidFill>
            <a:schemeClr val="accent2"/>
          </a:solidFill>
          <a:ln w="12700">
            <a:miter lim="400000"/>
          </a:ln>
        </p:spPr>
        <p:txBody>
          <a:bodyPr lIns="45719" rIns="45719" anchor="ctr"/>
          <a:lstStyle/>
          <a:p>
            <a:pPr algn="ctr">
              <a:defRPr>
                <a:solidFill>
                  <a:schemeClr val="accent5"/>
                </a:solidFill>
              </a:defRPr>
            </a:pPr>
          </a:p>
        </p:txBody>
      </p:sp>
      <p:sp>
        <p:nvSpPr>
          <p:cNvPr id="185" name="Oval 15"/>
          <p:cNvSpPr/>
          <p:nvPr/>
        </p:nvSpPr>
        <p:spPr>
          <a:xfrm>
            <a:off x="10683791" y="6132438"/>
            <a:ext cx="251153" cy="251153"/>
          </a:xfrm>
          <a:prstGeom prst="ellipse">
            <a:avLst/>
          </a:prstGeom>
          <a:solidFill>
            <a:schemeClr val="accent4"/>
          </a:solidFill>
          <a:ln w="12700">
            <a:miter lim="400000"/>
          </a:ln>
        </p:spPr>
        <p:txBody>
          <a:bodyPr lIns="45719" rIns="45719" anchor="ctr"/>
          <a:lstStyle/>
          <a:p>
            <a:pPr algn="ctr">
              <a:defRPr>
                <a:solidFill>
                  <a:schemeClr val="accent5"/>
                </a:solidFill>
              </a:defRPr>
            </a:pPr>
          </a:p>
        </p:txBody>
      </p:sp>
      <p:sp>
        <p:nvSpPr>
          <p:cNvPr id="186" name="Picture Placeholder 22"/>
          <p:cNvSpPr/>
          <p:nvPr>
            <p:ph type="pic" sz="half" idx="21"/>
          </p:nvPr>
        </p:nvSpPr>
        <p:spPr>
          <a:xfrm>
            <a:off x="5733416" y="624238"/>
            <a:ext cx="5855754" cy="5631572"/>
          </a:xfrm>
          <a:prstGeom prst="rect">
            <a:avLst/>
          </a:prstGeom>
        </p:spPr>
        <p:txBody>
          <a:bodyPr lIns="91439" rIns="91439">
            <a:noAutofit/>
          </a:bodyPr>
          <a:lstStyle/>
          <a:p>
            <a:pPr/>
          </a:p>
        </p:txBody>
      </p:sp>
      <p:sp>
        <p:nvSpPr>
          <p:cNvPr id="187" name="Body Level One…"/>
          <p:cNvSpPr txBox="1"/>
          <p:nvPr>
            <p:ph type="body" sz="quarter" idx="1"/>
          </p:nvPr>
        </p:nvSpPr>
        <p:spPr>
          <a:xfrm>
            <a:off x="660400" y="2044700"/>
            <a:ext cx="4275138" cy="3560763"/>
          </a:xfrm>
          <a:prstGeom prst="rect">
            <a:avLst/>
          </a:prstGeom>
        </p:spPr>
        <p:txBody>
          <a:bodyPr/>
          <a:lstStyle>
            <a:lvl1pPr>
              <a:lnSpc>
                <a:spcPct val="150000"/>
              </a:lnSpc>
              <a:buClr>
                <a:schemeClr val="accent4"/>
              </a:buClr>
              <a:buChar char="▪"/>
              <a:defRPr sz="2000"/>
            </a:lvl1pPr>
            <a:lvl2pPr marL="742950" indent="-285750">
              <a:lnSpc>
                <a:spcPct val="150000"/>
              </a:lnSpc>
              <a:buClr>
                <a:schemeClr val="accent4"/>
              </a:buClr>
              <a:buChar char="▪"/>
              <a:defRPr sz="2000"/>
            </a:lvl2pPr>
            <a:lvl3pPr marL="1168400" indent="-254000">
              <a:lnSpc>
                <a:spcPct val="150000"/>
              </a:lnSpc>
              <a:buClr>
                <a:schemeClr val="accent4"/>
              </a:buClr>
              <a:buChar char="▪"/>
              <a:defRPr sz="2000"/>
            </a:lvl3pPr>
            <a:lvl4pPr marL="1625600" indent="-254000">
              <a:lnSpc>
                <a:spcPct val="150000"/>
              </a:lnSpc>
              <a:buClr>
                <a:schemeClr val="accent4"/>
              </a:buClr>
              <a:buChar char="▪"/>
              <a:defRPr sz="2000"/>
            </a:lvl4pPr>
            <a:lvl5pPr marL="2082800" indent="-254000">
              <a:lnSpc>
                <a:spcPct val="150000"/>
              </a:lnSpc>
              <a:buClr>
                <a:schemeClr val="accent4"/>
              </a:buClr>
              <a:buChar char="▪"/>
              <a:defRPr sz="2000"/>
            </a:lvl5pPr>
          </a:lstStyle>
          <a:p>
            <a:pPr/>
            <a:r>
              <a:t>Body Level One</a:t>
            </a:r>
          </a:p>
          <a:p>
            <a:pPr lvl="1"/>
            <a:r>
              <a:t>Body Level Two</a:t>
            </a:r>
          </a:p>
          <a:p>
            <a:pPr lvl="2"/>
            <a:r>
              <a:t>Body Level Three</a:t>
            </a:r>
          </a:p>
          <a:p>
            <a:pPr lvl="3"/>
            <a:r>
              <a:t>Body Level Four</a:t>
            </a:r>
          </a:p>
          <a:p>
            <a:pPr lvl="4"/>
            <a:r>
              <a:t>Body Level Five</a:t>
            </a:r>
          </a:p>
        </p:txBody>
      </p:sp>
      <p:sp>
        <p:nvSpPr>
          <p:cNvPr id="188" name="Title Text"/>
          <p:cNvSpPr txBox="1"/>
          <p:nvPr>
            <p:ph type="title"/>
          </p:nvPr>
        </p:nvSpPr>
        <p:spPr>
          <a:xfrm>
            <a:off x="660400" y="805213"/>
            <a:ext cx="4275138" cy="830998"/>
          </a:xfrm>
          <a:prstGeom prst="rect">
            <a:avLst/>
          </a:prstGeom>
        </p:spPr>
        <p:txBody>
          <a:bodyPr/>
          <a:lstStyle>
            <a:lvl1pPr>
              <a:defRPr b="1" sz="4800">
                <a:solidFill>
                  <a:srgbClr val="000000"/>
                </a:solidFill>
              </a:defRPr>
            </a:lvl1pPr>
          </a:lstStyle>
          <a:p>
            <a:pPr/>
            <a:r>
              <a:t>Title Text</a:t>
            </a:r>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195" name="Slide Number"/>
          <p:cNvSpPr txBox="1"/>
          <p:nvPr>
            <p:ph type="sldNum" sz="quarter" idx="2"/>
          </p:nvPr>
        </p:nvSpPr>
        <p:spPr>
          <a:prstGeom prst="rect">
            <a:avLst/>
          </a:prstGeom>
        </p:spPr>
        <p:txBody>
          <a:bodyPr/>
          <a:lstStyle/>
          <a:p>
            <a:pPr/>
            <a:fld id="{86CB4B4D-7CA3-9044-876B-883B54F8677D}" type="slidenum"/>
          </a:p>
        </p:txBody>
      </p:sp>
      <p:sp>
        <p:nvSpPr>
          <p:cNvPr id="196" name="Body Level One…"/>
          <p:cNvSpPr txBox="1"/>
          <p:nvPr>
            <p:ph type="body" sz="quarter" idx="1"/>
          </p:nvPr>
        </p:nvSpPr>
        <p:spPr>
          <a:xfrm>
            <a:off x="660400" y="2044700"/>
            <a:ext cx="4275138" cy="3560763"/>
          </a:xfrm>
          <a:prstGeom prst="rect">
            <a:avLst/>
          </a:prstGeom>
        </p:spPr>
        <p:txBody>
          <a:bodyPr/>
          <a:lstStyle>
            <a:lvl1pPr>
              <a:buClr>
                <a:schemeClr val="accent4"/>
              </a:buClr>
              <a:buChar char="▪"/>
              <a:defRPr sz="2000"/>
            </a:lvl1pPr>
            <a:lvl2pPr marL="774700" indent="-317500">
              <a:buClr>
                <a:schemeClr val="accent4"/>
              </a:buClr>
              <a:buChar char="▪"/>
              <a:defRPr sz="2000"/>
            </a:lvl2pPr>
            <a:lvl3pPr marL="1200150" indent="-285750">
              <a:buClr>
                <a:schemeClr val="accent4"/>
              </a:buClr>
              <a:buChar char="▪"/>
              <a:defRPr sz="2000"/>
            </a:lvl3pPr>
            <a:lvl4pPr marL="1657350" indent="-285750">
              <a:buClr>
                <a:schemeClr val="accent4"/>
              </a:buClr>
              <a:buChar char="▪"/>
              <a:defRPr sz="2000"/>
            </a:lvl4pPr>
            <a:lvl5pPr marL="2114550" indent="-285750">
              <a:buClr>
                <a:schemeClr val="accent4"/>
              </a:buClr>
              <a:buChar char="▪"/>
              <a:defRPr sz="2000"/>
            </a:lvl5pPr>
          </a:lstStyle>
          <a:p>
            <a:pPr/>
            <a:r>
              <a:t>Body Level One</a:t>
            </a:r>
          </a:p>
          <a:p>
            <a:pPr lvl="1"/>
            <a:r>
              <a:t>Body Level Two</a:t>
            </a:r>
          </a:p>
          <a:p>
            <a:pPr lvl="2"/>
            <a:r>
              <a:t>Body Level Three</a:t>
            </a:r>
          </a:p>
          <a:p>
            <a:pPr lvl="3"/>
            <a:r>
              <a:t>Body Level Four</a:t>
            </a:r>
          </a:p>
          <a:p>
            <a:pPr lvl="4"/>
            <a:r>
              <a:t>Body Level Five</a:t>
            </a:r>
          </a:p>
        </p:txBody>
      </p:sp>
      <p:sp>
        <p:nvSpPr>
          <p:cNvPr id="197" name="Rectangle 18"/>
          <p:cNvSpPr/>
          <p:nvPr/>
        </p:nvSpPr>
        <p:spPr>
          <a:xfrm>
            <a:off x="9354456" y="5363986"/>
            <a:ext cx="457201" cy="457201"/>
          </a:xfrm>
          <a:prstGeom prst="rect">
            <a:avLst/>
          </a:prstGeom>
          <a:solidFill>
            <a:schemeClr val="accent5"/>
          </a:solidFill>
          <a:ln w="12700">
            <a:miter lim="400000"/>
          </a:ln>
        </p:spPr>
        <p:txBody>
          <a:bodyPr lIns="45719" rIns="45719" anchor="ctr"/>
          <a:lstStyle/>
          <a:p>
            <a:pPr algn="ctr">
              <a:defRPr>
                <a:solidFill>
                  <a:srgbClr val="FFFFFF"/>
                </a:solidFill>
              </a:defRPr>
            </a:pPr>
          </a:p>
        </p:txBody>
      </p:sp>
      <p:sp>
        <p:nvSpPr>
          <p:cNvPr id="198" name="Rectangle 20"/>
          <p:cNvSpPr/>
          <p:nvPr/>
        </p:nvSpPr>
        <p:spPr>
          <a:xfrm>
            <a:off x="6692790" y="1699889"/>
            <a:ext cx="319750" cy="319750"/>
          </a:xfrm>
          <a:prstGeom prst="rect">
            <a:avLst/>
          </a:prstGeom>
          <a:solidFill>
            <a:schemeClr val="accent2"/>
          </a:solidFill>
          <a:ln w="12700">
            <a:miter lim="400000"/>
          </a:ln>
        </p:spPr>
        <p:txBody>
          <a:bodyPr lIns="45719" rIns="45719" anchor="ctr"/>
          <a:lstStyle/>
          <a:p>
            <a:pPr algn="ctr">
              <a:defRPr>
                <a:solidFill>
                  <a:srgbClr val="FFFFFF"/>
                </a:solidFill>
              </a:defRPr>
            </a:pPr>
          </a:p>
        </p:txBody>
      </p:sp>
      <p:sp>
        <p:nvSpPr>
          <p:cNvPr id="199" name="Rectangle 22"/>
          <p:cNvSpPr/>
          <p:nvPr/>
        </p:nvSpPr>
        <p:spPr>
          <a:xfrm>
            <a:off x="9354456" y="5897738"/>
            <a:ext cx="179978" cy="179978"/>
          </a:xfrm>
          <a:prstGeom prst="rect">
            <a:avLst/>
          </a:prstGeom>
          <a:solidFill>
            <a:schemeClr val="accent4"/>
          </a:solidFill>
          <a:ln w="12700">
            <a:miter lim="400000"/>
          </a:ln>
        </p:spPr>
        <p:txBody>
          <a:bodyPr lIns="45719" rIns="45719" anchor="ctr"/>
          <a:lstStyle/>
          <a:p>
            <a:pPr algn="ctr">
              <a:defRPr>
                <a:solidFill>
                  <a:srgbClr val="FFFFFF"/>
                </a:solidFill>
              </a:defRPr>
            </a:pPr>
          </a:p>
        </p:txBody>
      </p:sp>
      <p:sp>
        <p:nvSpPr>
          <p:cNvPr id="200" name="Picture Placeholder 10"/>
          <p:cNvSpPr/>
          <p:nvPr>
            <p:ph type="pic" sz="half" idx="21"/>
          </p:nvPr>
        </p:nvSpPr>
        <p:spPr>
          <a:xfrm>
            <a:off x="7090226" y="786181"/>
            <a:ext cx="4441373" cy="5393036"/>
          </a:xfrm>
          <a:prstGeom prst="rect">
            <a:avLst/>
          </a:prstGeom>
        </p:spPr>
        <p:txBody>
          <a:bodyPr lIns="91439" rIns="91439">
            <a:noAutofit/>
          </a:bodyPr>
          <a:lstStyle/>
          <a:p>
            <a:pPr/>
          </a:p>
        </p:txBody>
      </p:sp>
      <p:sp>
        <p:nvSpPr>
          <p:cNvPr id="201" name="Title Text"/>
          <p:cNvSpPr txBox="1"/>
          <p:nvPr>
            <p:ph type="title"/>
          </p:nvPr>
        </p:nvSpPr>
        <p:spPr>
          <a:xfrm>
            <a:off x="660400" y="805213"/>
            <a:ext cx="4275138" cy="830998"/>
          </a:xfrm>
          <a:prstGeom prst="rect">
            <a:avLst/>
          </a:prstGeom>
        </p:spPr>
        <p:txBody>
          <a:bodyPr/>
          <a:lstStyle>
            <a:lvl1pPr>
              <a:defRPr b="1" sz="4800">
                <a:solidFill>
                  <a:srgbClr val="000000"/>
                </a:solidFill>
              </a:defRPr>
            </a:lvl1pPr>
          </a:lstStyle>
          <a:p>
            <a:pPr/>
            <a:r>
              <a:t>Title Text</a:t>
            </a:r>
          </a:p>
        </p:txBody>
      </p:sp>
    </p:spTree>
  </p:cSld>
  <p:clrMapOvr>
    <a:masterClrMapping/>
  </p:clrMapOvr>
  <p:transition xmlns:p14="http://schemas.microsoft.com/office/powerpoint/2010/main" spd="med" advClick="1"/>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eam">
    <p:spTree>
      <p:nvGrpSpPr>
        <p:cNvPr id="1" name=""/>
        <p:cNvGrpSpPr/>
        <p:nvPr/>
      </p:nvGrpSpPr>
      <p:grpSpPr>
        <a:xfrm>
          <a:off x="0" y="0"/>
          <a:ext cx="0" cy="0"/>
          <a:chOff x="0" y="0"/>
          <a:chExt cx="0" cy="0"/>
        </a:xfrm>
      </p:grpSpPr>
      <p:sp>
        <p:nvSpPr>
          <p:cNvPr id="208" name="Slide Number"/>
          <p:cNvSpPr txBox="1"/>
          <p:nvPr>
            <p:ph type="sldNum" sz="quarter" idx="2"/>
          </p:nvPr>
        </p:nvSpPr>
        <p:spPr>
          <a:prstGeom prst="rect">
            <a:avLst/>
          </a:prstGeom>
        </p:spPr>
        <p:txBody>
          <a:bodyPr/>
          <a:lstStyle/>
          <a:p>
            <a:pPr/>
            <a:fld id="{86CB4B4D-7CA3-9044-876B-883B54F8677D}" type="slidenum"/>
          </a:p>
        </p:txBody>
      </p:sp>
      <p:sp>
        <p:nvSpPr>
          <p:cNvPr id="209" name="Picture Placeholder 38"/>
          <p:cNvSpPr/>
          <p:nvPr>
            <p:ph type="pic" sz="quarter" idx="21"/>
          </p:nvPr>
        </p:nvSpPr>
        <p:spPr>
          <a:xfrm>
            <a:off x="5353508" y="2555550"/>
            <a:ext cx="1484986" cy="1280162"/>
          </a:xfrm>
          <a:prstGeom prst="rect">
            <a:avLst/>
          </a:prstGeom>
        </p:spPr>
        <p:txBody>
          <a:bodyPr lIns="91439" rIns="91439">
            <a:noAutofit/>
          </a:bodyPr>
          <a:lstStyle/>
          <a:p>
            <a:pPr/>
          </a:p>
        </p:txBody>
      </p:sp>
      <p:sp>
        <p:nvSpPr>
          <p:cNvPr id="210" name="Picture Placeholder 37"/>
          <p:cNvSpPr/>
          <p:nvPr>
            <p:ph type="pic" sz="quarter" idx="22"/>
          </p:nvPr>
        </p:nvSpPr>
        <p:spPr>
          <a:xfrm>
            <a:off x="3115921" y="2555550"/>
            <a:ext cx="1484986" cy="1280162"/>
          </a:xfrm>
          <a:prstGeom prst="rect">
            <a:avLst/>
          </a:prstGeom>
        </p:spPr>
        <p:txBody>
          <a:bodyPr lIns="91439" rIns="91439">
            <a:noAutofit/>
          </a:bodyPr>
          <a:lstStyle/>
          <a:p>
            <a:pPr/>
          </a:p>
        </p:txBody>
      </p:sp>
      <p:sp>
        <p:nvSpPr>
          <p:cNvPr id="211" name="Picture Placeholder 39"/>
          <p:cNvSpPr/>
          <p:nvPr>
            <p:ph type="pic" sz="quarter" idx="23"/>
          </p:nvPr>
        </p:nvSpPr>
        <p:spPr>
          <a:xfrm>
            <a:off x="7602464" y="2555550"/>
            <a:ext cx="1484986" cy="1280162"/>
          </a:xfrm>
          <a:prstGeom prst="rect">
            <a:avLst/>
          </a:prstGeom>
        </p:spPr>
        <p:txBody>
          <a:bodyPr lIns="91439" rIns="91439">
            <a:noAutofit/>
          </a:bodyPr>
          <a:lstStyle/>
          <a:p>
            <a:pPr/>
          </a:p>
        </p:txBody>
      </p:sp>
      <p:sp>
        <p:nvSpPr>
          <p:cNvPr id="212" name="Picture Placeholder 40"/>
          <p:cNvSpPr/>
          <p:nvPr>
            <p:ph type="pic" sz="quarter" idx="24"/>
          </p:nvPr>
        </p:nvSpPr>
        <p:spPr>
          <a:xfrm>
            <a:off x="9840051" y="2555550"/>
            <a:ext cx="1484986" cy="1280162"/>
          </a:xfrm>
          <a:prstGeom prst="rect">
            <a:avLst/>
          </a:prstGeom>
        </p:spPr>
        <p:txBody>
          <a:bodyPr lIns="91439" rIns="91439">
            <a:noAutofit/>
          </a:bodyPr>
          <a:lstStyle/>
          <a:p>
            <a:pPr/>
          </a:p>
        </p:txBody>
      </p:sp>
      <p:sp>
        <p:nvSpPr>
          <p:cNvPr id="213" name="Title Text"/>
          <p:cNvSpPr txBox="1"/>
          <p:nvPr>
            <p:ph type="title"/>
          </p:nvPr>
        </p:nvSpPr>
        <p:spPr>
          <a:xfrm>
            <a:off x="431999" y="647700"/>
            <a:ext cx="11340002" cy="700115"/>
          </a:xfrm>
          <a:prstGeom prst="rect">
            <a:avLst/>
          </a:prstGeom>
        </p:spPr>
        <p:txBody>
          <a:bodyPr anchor="ctr"/>
          <a:lstStyle>
            <a:lvl1pPr algn="ctr">
              <a:defRPr b="1" sz="4800">
                <a:solidFill>
                  <a:srgbClr val="000000"/>
                </a:solidFill>
              </a:defRPr>
            </a:lvl1pPr>
          </a:lstStyle>
          <a:p>
            <a:pPr/>
            <a:r>
              <a:t>Title Text</a:t>
            </a:r>
          </a:p>
        </p:txBody>
      </p:sp>
      <p:sp>
        <p:nvSpPr>
          <p:cNvPr id="214" name="Hexagon 8"/>
          <p:cNvSpPr/>
          <p:nvPr/>
        </p:nvSpPr>
        <p:spPr>
          <a:xfrm>
            <a:off x="546669" y="3467555"/>
            <a:ext cx="458269" cy="39506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4655" y="0"/>
                </a:lnTo>
                <a:lnTo>
                  <a:pt x="16945" y="0"/>
                </a:lnTo>
                <a:lnTo>
                  <a:pt x="21600" y="10800"/>
                </a:lnTo>
                <a:lnTo>
                  <a:pt x="16945" y="21600"/>
                </a:lnTo>
                <a:lnTo>
                  <a:pt x="4655" y="21600"/>
                </a:lnTo>
                <a:close/>
              </a:path>
            </a:pathLst>
          </a:custGeom>
          <a:solidFill>
            <a:schemeClr val="accent1"/>
          </a:solidFill>
          <a:ln w="12700">
            <a:miter lim="400000"/>
          </a:ln>
        </p:spPr>
        <p:txBody>
          <a:bodyPr lIns="45719" rIns="45719" anchor="ctr"/>
          <a:lstStyle/>
          <a:p>
            <a:pPr algn="ctr">
              <a:defRPr>
                <a:solidFill>
                  <a:srgbClr val="FFFFFF"/>
                </a:solidFill>
              </a:defRPr>
            </a:pPr>
          </a:p>
        </p:txBody>
      </p:sp>
      <p:sp>
        <p:nvSpPr>
          <p:cNvPr id="215" name="Hexagon 9"/>
          <p:cNvSpPr/>
          <p:nvPr/>
        </p:nvSpPr>
        <p:spPr>
          <a:xfrm>
            <a:off x="11113337" y="2394722"/>
            <a:ext cx="358392" cy="30895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4655" y="0"/>
                </a:lnTo>
                <a:lnTo>
                  <a:pt x="16945" y="0"/>
                </a:lnTo>
                <a:lnTo>
                  <a:pt x="21600" y="10800"/>
                </a:lnTo>
                <a:lnTo>
                  <a:pt x="16945" y="21600"/>
                </a:lnTo>
                <a:lnTo>
                  <a:pt x="4655" y="21600"/>
                </a:lnTo>
                <a:close/>
              </a:path>
            </a:pathLst>
          </a:custGeom>
          <a:solidFill>
            <a:schemeClr val="accent2"/>
          </a:solidFill>
          <a:ln w="12700">
            <a:miter lim="400000"/>
          </a:ln>
        </p:spPr>
        <p:txBody>
          <a:bodyPr lIns="45719" rIns="45719" anchor="ctr"/>
          <a:lstStyle/>
          <a:p>
            <a:pPr algn="ctr">
              <a:defRPr>
                <a:solidFill>
                  <a:srgbClr val="FFFFFF"/>
                </a:solidFill>
              </a:defRPr>
            </a:pPr>
          </a:p>
        </p:txBody>
      </p:sp>
      <p:sp>
        <p:nvSpPr>
          <p:cNvPr id="216" name="Hexagon 10"/>
          <p:cNvSpPr/>
          <p:nvPr/>
        </p:nvSpPr>
        <p:spPr>
          <a:xfrm>
            <a:off x="10882648" y="2202202"/>
            <a:ext cx="230689" cy="19887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4655" y="0"/>
                </a:lnTo>
                <a:lnTo>
                  <a:pt x="16945" y="0"/>
                </a:lnTo>
                <a:lnTo>
                  <a:pt x="21600" y="10800"/>
                </a:lnTo>
                <a:lnTo>
                  <a:pt x="16945" y="21600"/>
                </a:lnTo>
                <a:lnTo>
                  <a:pt x="4655" y="21600"/>
                </a:lnTo>
                <a:close/>
              </a:path>
            </a:pathLst>
          </a:custGeom>
          <a:solidFill>
            <a:srgbClr val="EBEBEB"/>
          </a:solidFill>
          <a:ln w="12700">
            <a:miter lim="400000"/>
          </a:ln>
        </p:spPr>
        <p:txBody>
          <a:bodyPr lIns="45719" rIns="45719" anchor="ctr"/>
          <a:lstStyle/>
          <a:p>
            <a:pPr algn="ctr">
              <a:defRPr>
                <a:solidFill>
                  <a:srgbClr val="FFFFFF"/>
                </a:solidFill>
              </a:defRPr>
            </a:pPr>
          </a:p>
        </p:txBody>
      </p:sp>
      <p:sp>
        <p:nvSpPr>
          <p:cNvPr id="217" name="Body Level One…"/>
          <p:cNvSpPr txBox="1"/>
          <p:nvPr>
            <p:ph type="body" sz="quarter" idx="1"/>
          </p:nvPr>
        </p:nvSpPr>
        <p:spPr>
          <a:xfrm>
            <a:off x="546667" y="4172761"/>
            <a:ext cx="2139697" cy="344313"/>
          </a:xfrm>
          <a:prstGeom prst="rect">
            <a:avLst/>
          </a:prstGeom>
        </p:spPr>
        <p:txBody>
          <a:bodyPr/>
          <a:lstStyle>
            <a:lvl1pPr marL="0" indent="0" algn="ctr">
              <a:buClrTx/>
              <a:buSzTx/>
              <a:buNone/>
              <a:defRPr b="1" sz="2000">
                <a:solidFill>
                  <a:schemeClr val="accent4"/>
                </a:solidFill>
              </a:defRPr>
            </a:lvl1pPr>
            <a:lvl2pPr marL="814387" indent="-357187" algn="ctr">
              <a:buClrTx/>
              <a:defRPr b="1" sz="2000">
                <a:solidFill>
                  <a:schemeClr val="accent4"/>
                </a:solidFill>
              </a:defRPr>
            </a:lvl2pPr>
            <a:lvl3pPr marL="1240971" indent="-326571" algn="ctr">
              <a:buClrTx/>
              <a:defRPr b="1" sz="2000">
                <a:solidFill>
                  <a:schemeClr val="accent4"/>
                </a:solidFill>
              </a:defRPr>
            </a:lvl3pPr>
            <a:lvl4pPr marL="1752600" indent="-381000" algn="ctr">
              <a:buClrTx/>
              <a:defRPr b="1" sz="2000">
                <a:solidFill>
                  <a:schemeClr val="accent4"/>
                </a:solidFill>
              </a:defRPr>
            </a:lvl4pPr>
            <a:lvl5pPr marL="2209800" indent="-381000" algn="ctr">
              <a:buClrTx/>
              <a:defRPr b="1" sz="2000">
                <a:solidFill>
                  <a:schemeClr val="accent4"/>
                </a:solidFill>
              </a:defRPr>
            </a:lvl5pPr>
          </a:lstStyle>
          <a:p>
            <a:pPr/>
            <a:r>
              <a:t>Body Level One</a:t>
            </a:r>
          </a:p>
          <a:p>
            <a:pPr lvl="1"/>
            <a:r>
              <a:t>Body Level Two</a:t>
            </a:r>
          </a:p>
          <a:p>
            <a:pPr lvl="2"/>
            <a:r>
              <a:t>Body Level Three</a:t>
            </a:r>
          </a:p>
          <a:p>
            <a:pPr lvl="3"/>
            <a:r>
              <a:t>Body Level Four</a:t>
            </a:r>
          </a:p>
          <a:p>
            <a:pPr lvl="4"/>
            <a:r>
              <a:t>Body Level Five</a:t>
            </a:r>
          </a:p>
        </p:txBody>
      </p:sp>
      <p:sp>
        <p:nvSpPr>
          <p:cNvPr id="218" name="Text Placeholder 22"/>
          <p:cNvSpPr/>
          <p:nvPr>
            <p:ph type="body" sz="quarter" idx="25"/>
          </p:nvPr>
        </p:nvSpPr>
        <p:spPr>
          <a:xfrm>
            <a:off x="556692" y="4588259"/>
            <a:ext cx="2139696" cy="344313"/>
          </a:xfrm>
          <a:prstGeom prst="rect">
            <a:avLst/>
          </a:prstGeom>
        </p:spPr>
        <p:txBody>
          <a:bodyPr/>
          <a:lstStyle/>
          <a:p>
            <a:pPr marL="0" indent="0" algn="ctr">
              <a:buClrTx/>
              <a:buSzTx/>
              <a:buNone/>
              <a:defRPr sz="1600">
                <a:solidFill>
                  <a:srgbClr val="000000"/>
                </a:solidFill>
              </a:defRPr>
            </a:pPr>
          </a:p>
        </p:txBody>
      </p:sp>
      <p:sp>
        <p:nvSpPr>
          <p:cNvPr id="219" name="Text Placeholder 22"/>
          <p:cNvSpPr/>
          <p:nvPr>
            <p:ph type="body" sz="quarter" idx="26"/>
          </p:nvPr>
        </p:nvSpPr>
        <p:spPr>
          <a:xfrm>
            <a:off x="2789482" y="4172761"/>
            <a:ext cx="2139697" cy="344313"/>
          </a:xfrm>
          <a:prstGeom prst="rect">
            <a:avLst/>
          </a:prstGeom>
        </p:spPr>
        <p:txBody>
          <a:bodyPr/>
          <a:lstStyle/>
          <a:p>
            <a:pPr marL="0" indent="0" algn="ctr">
              <a:buClrTx/>
              <a:buSzTx/>
              <a:buNone/>
              <a:defRPr b="1" sz="2000">
                <a:solidFill>
                  <a:schemeClr val="accent4"/>
                </a:solidFill>
              </a:defRPr>
            </a:pPr>
          </a:p>
        </p:txBody>
      </p:sp>
      <p:sp>
        <p:nvSpPr>
          <p:cNvPr id="220" name="Text Placeholder 22"/>
          <p:cNvSpPr/>
          <p:nvPr>
            <p:ph type="body" sz="quarter" idx="27"/>
          </p:nvPr>
        </p:nvSpPr>
        <p:spPr>
          <a:xfrm>
            <a:off x="2789483" y="4588259"/>
            <a:ext cx="2139697" cy="344313"/>
          </a:xfrm>
          <a:prstGeom prst="rect">
            <a:avLst/>
          </a:prstGeom>
        </p:spPr>
        <p:txBody>
          <a:bodyPr/>
          <a:lstStyle/>
          <a:p>
            <a:pPr marL="0" indent="0" algn="ctr">
              <a:buClrTx/>
              <a:buSzTx/>
              <a:buNone/>
              <a:defRPr sz="1600">
                <a:solidFill>
                  <a:srgbClr val="000000"/>
                </a:solidFill>
              </a:defRPr>
            </a:pPr>
          </a:p>
        </p:txBody>
      </p:sp>
      <p:sp>
        <p:nvSpPr>
          <p:cNvPr id="221" name="Text Placeholder 22"/>
          <p:cNvSpPr/>
          <p:nvPr>
            <p:ph type="body" sz="quarter" idx="28"/>
          </p:nvPr>
        </p:nvSpPr>
        <p:spPr>
          <a:xfrm>
            <a:off x="5032295" y="4172761"/>
            <a:ext cx="2139697" cy="344313"/>
          </a:xfrm>
          <a:prstGeom prst="rect">
            <a:avLst/>
          </a:prstGeom>
        </p:spPr>
        <p:txBody>
          <a:bodyPr/>
          <a:lstStyle/>
          <a:p>
            <a:pPr marL="0" indent="0" algn="ctr">
              <a:buClrTx/>
              <a:buSzTx/>
              <a:buNone/>
              <a:defRPr b="1" sz="2000">
                <a:solidFill>
                  <a:schemeClr val="accent4"/>
                </a:solidFill>
              </a:defRPr>
            </a:pPr>
          </a:p>
        </p:txBody>
      </p:sp>
      <p:sp>
        <p:nvSpPr>
          <p:cNvPr id="222" name="Text Placeholder 22"/>
          <p:cNvSpPr/>
          <p:nvPr>
            <p:ph type="body" sz="quarter" idx="29"/>
          </p:nvPr>
        </p:nvSpPr>
        <p:spPr>
          <a:xfrm>
            <a:off x="5029201" y="4588259"/>
            <a:ext cx="2139697" cy="344313"/>
          </a:xfrm>
          <a:prstGeom prst="rect">
            <a:avLst/>
          </a:prstGeom>
        </p:spPr>
        <p:txBody>
          <a:bodyPr/>
          <a:lstStyle/>
          <a:p>
            <a:pPr marL="0" indent="0" algn="ctr">
              <a:buClrTx/>
              <a:buSzTx/>
              <a:buNone/>
              <a:defRPr sz="1600">
                <a:solidFill>
                  <a:srgbClr val="000000"/>
                </a:solidFill>
              </a:defRPr>
            </a:pPr>
          </a:p>
        </p:txBody>
      </p:sp>
      <p:sp>
        <p:nvSpPr>
          <p:cNvPr id="223" name="Text Placeholder 22"/>
          <p:cNvSpPr/>
          <p:nvPr>
            <p:ph type="body" sz="quarter" idx="30"/>
          </p:nvPr>
        </p:nvSpPr>
        <p:spPr>
          <a:xfrm>
            <a:off x="7275110" y="4172761"/>
            <a:ext cx="2139697" cy="344313"/>
          </a:xfrm>
          <a:prstGeom prst="rect">
            <a:avLst/>
          </a:prstGeom>
        </p:spPr>
        <p:txBody>
          <a:bodyPr/>
          <a:lstStyle/>
          <a:p>
            <a:pPr marL="0" indent="0" algn="ctr">
              <a:buClrTx/>
              <a:buSzTx/>
              <a:buNone/>
              <a:defRPr b="1" sz="2000">
                <a:solidFill>
                  <a:schemeClr val="accent4"/>
                </a:solidFill>
              </a:defRPr>
            </a:pPr>
          </a:p>
        </p:txBody>
      </p:sp>
      <p:sp>
        <p:nvSpPr>
          <p:cNvPr id="224" name="Text Placeholder 22"/>
          <p:cNvSpPr/>
          <p:nvPr>
            <p:ph type="body" sz="quarter" idx="31"/>
          </p:nvPr>
        </p:nvSpPr>
        <p:spPr>
          <a:xfrm>
            <a:off x="7275111" y="4588259"/>
            <a:ext cx="2139696" cy="344313"/>
          </a:xfrm>
          <a:prstGeom prst="rect">
            <a:avLst/>
          </a:prstGeom>
        </p:spPr>
        <p:txBody>
          <a:bodyPr/>
          <a:lstStyle/>
          <a:p>
            <a:pPr marL="0" indent="0" algn="ctr">
              <a:buClrTx/>
              <a:buSzTx/>
              <a:buNone/>
              <a:defRPr sz="1600">
                <a:solidFill>
                  <a:srgbClr val="000000"/>
                </a:solidFill>
              </a:defRPr>
            </a:pPr>
          </a:p>
        </p:txBody>
      </p:sp>
      <p:sp>
        <p:nvSpPr>
          <p:cNvPr id="225" name="Text Placeholder 22"/>
          <p:cNvSpPr/>
          <p:nvPr>
            <p:ph type="body" sz="quarter" idx="32"/>
          </p:nvPr>
        </p:nvSpPr>
        <p:spPr>
          <a:xfrm>
            <a:off x="9517922" y="4172761"/>
            <a:ext cx="2139697" cy="344313"/>
          </a:xfrm>
          <a:prstGeom prst="rect">
            <a:avLst/>
          </a:prstGeom>
        </p:spPr>
        <p:txBody>
          <a:bodyPr/>
          <a:lstStyle/>
          <a:p>
            <a:pPr marL="0" indent="0" algn="ctr">
              <a:buClrTx/>
              <a:buSzTx/>
              <a:buNone/>
              <a:defRPr b="1" sz="2000">
                <a:solidFill>
                  <a:schemeClr val="accent4"/>
                </a:solidFill>
              </a:defRPr>
            </a:pPr>
          </a:p>
        </p:txBody>
      </p:sp>
      <p:sp>
        <p:nvSpPr>
          <p:cNvPr id="226" name="Text Placeholder 22"/>
          <p:cNvSpPr/>
          <p:nvPr>
            <p:ph type="body" sz="quarter" idx="33"/>
          </p:nvPr>
        </p:nvSpPr>
        <p:spPr>
          <a:xfrm>
            <a:off x="9517922" y="4588259"/>
            <a:ext cx="2139697" cy="344313"/>
          </a:xfrm>
          <a:prstGeom prst="rect">
            <a:avLst/>
          </a:prstGeom>
        </p:spPr>
        <p:txBody>
          <a:bodyPr/>
          <a:lstStyle/>
          <a:p>
            <a:pPr marL="0" indent="0" algn="ctr">
              <a:buClrTx/>
              <a:buSzTx/>
              <a:buNone/>
              <a:defRPr sz="1600">
                <a:solidFill>
                  <a:srgbClr val="000000"/>
                </a:solidFill>
              </a:defRPr>
            </a:pPr>
          </a:p>
        </p:txBody>
      </p:sp>
      <p:sp>
        <p:nvSpPr>
          <p:cNvPr id="227" name="Picture Placeholder 36"/>
          <p:cNvSpPr/>
          <p:nvPr>
            <p:ph type="pic" sz="quarter" idx="34"/>
          </p:nvPr>
        </p:nvSpPr>
        <p:spPr>
          <a:xfrm>
            <a:off x="878336" y="2555550"/>
            <a:ext cx="1484987" cy="1280162"/>
          </a:xfrm>
          <a:prstGeom prst="rect">
            <a:avLst/>
          </a:prstGeom>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1_Custom Layout">
    <p:bg>
      <p:bgPr>
        <a:solidFill>
          <a:srgbClr val="000000"/>
        </a:solidFill>
      </p:bgPr>
    </p:bg>
    <p:spTree>
      <p:nvGrpSpPr>
        <p:cNvPr id="1" name=""/>
        <p:cNvGrpSpPr/>
        <p:nvPr/>
      </p:nvGrpSpPr>
      <p:grpSpPr>
        <a:xfrm>
          <a:off x="0" y="0"/>
          <a:ext cx="0" cy="0"/>
          <a:chOff x="0" y="0"/>
          <a:chExt cx="0" cy="0"/>
        </a:xfrm>
      </p:grpSpPr>
      <p:sp>
        <p:nvSpPr>
          <p:cNvPr id="234" name="Picture Placeholder 21"/>
          <p:cNvSpPr/>
          <p:nvPr>
            <p:ph type="pic" idx="21"/>
          </p:nvPr>
        </p:nvSpPr>
        <p:spPr>
          <a:xfrm>
            <a:off x="0" y="0"/>
            <a:ext cx="12192000" cy="6858000"/>
          </a:xfrm>
          <a:prstGeom prst="rect">
            <a:avLst/>
          </a:prstGeom>
        </p:spPr>
        <p:txBody>
          <a:bodyPr lIns="91439" rIns="91439">
            <a:noAutofit/>
          </a:bodyPr>
          <a:lstStyle/>
          <a:p>
            <a:pPr/>
          </a:p>
        </p:txBody>
      </p:sp>
      <p:sp>
        <p:nvSpPr>
          <p:cNvPr id="235" name="Rectangle 1"/>
          <p:cNvSpPr/>
          <p:nvPr/>
        </p:nvSpPr>
        <p:spPr>
          <a:xfrm>
            <a:off x="3718559" y="1181123"/>
            <a:ext cx="4754881" cy="4495754"/>
          </a:xfrm>
          <a:prstGeom prst="rect">
            <a:avLst/>
          </a:prstGeom>
          <a:solidFill>
            <a:schemeClr val="accent5">
              <a:alpha val="40000"/>
            </a:schemeClr>
          </a:solidFill>
          <a:ln w="60325" cap="rnd">
            <a:solidFill>
              <a:srgbClr val="FFFFFF"/>
            </a:solidFill>
          </a:ln>
        </p:spPr>
        <p:txBody>
          <a:bodyPr lIns="45719" rIns="45719" anchor="ctr"/>
          <a:lstStyle/>
          <a:p>
            <a:pPr algn="ctr">
              <a:defRPr>
                <a:solidFill>
                  <a:srgbClr val="FFFFFF"/>
                </a:solidFill>
              </a:defRPr>
            </a:pPr>
          </a:p>
        </p:txBody>
      </p:sp>
      <p:sp>
        <p:nvSpPr>
          <p:cNvPr id="236" name="Body Level One…"/>
          <p:cNvSpPr txBox="1"/>
          <p:nvPr>
            <p:ph type="body" sz="quarter" idx="1" hasCustomPrompt="1"/>
          </p:nvPr>
        </p:nvSpPr>
        <p:spPr>
          <a:xfrm>
            <a:off x="4149138" y="4859468"/>
            <a:ext cx="3924936" cy="490539"/>
          </a:xfrm>
          <a:prstGeom prst="rect">
            <a:avLst/>
          </a:prstGeom>
        </p:spPr>
        <p:txBody>
          <a:bodyPr/>
          <a:lstStyle>
            <a:lvl1pPr algn="r">
              <a:buClrTx/>
              <a:buSzTx/>
              <a:buNone/>
              <a:defRPr b="1" sz="2400">
                <a:solidFill>
                  <a:schemeClr val="accent4"/>
                </a:solidFill>
                <a:latin typeface="+mj-lt"/>
                <a:ea typeface="+mj-ea"/>
                <a:cs typeface="+mj-cs"/>
                <a:sym typeface="Calibri"/>
              </a:defRPr>
            </a:lvl1pPr>
            <a:lvl2pPr marL="342900" indent="114300" algn="r">
              <a:buClrTx/>
              <a:buSzTx/>
              <a:buNone/>
              <a:defRPr b="1" sz="2400">
                <a:solidFill>
                  <a:schemeClr val="accent4"/>
                </a:solidFill>
                <a:latin typeface="+mj-lt"/>
                <a:ea typeface="+mj-ea"/>
                <a:cs typeface="+mj-cs"/>
                <a:sym typeface="Calibri"/>
              </a:defRPr>
            </a:lvl2pPr>
            <a:lvl3pPr marL="1306285" indent="-391885" algn="r">
              <a:buClrTx/>
              <a:defRPr b="1" sz="2400">
                <a:solidFill>
                  <a:schemeClr val="accent4"/>
                </a:solidFill>
                <a:latin typeface="+mj-lt"/>
                <a:ea typeface="+mj-ea"/>
                <a:cs typeface="+mj-cs"/>
                <a:sym typeface="Calibri"/>
              </a:defRPr>
            </a:lvl3pPr>
            <a:lvl4pPr marL="1828800" indent="-457200" algn="r">
              <a:buClrTx/>
              <a:defRPr b="1" sz="2400">
                <a:solidFill>
                  <a:schemeClr val="accent4"/>
                </a:solidFill>
                <a:latin typeface="+mj-lt"/>
                <a:ea typeface="+mj-ea"/>
                <a:cs typeface="+mj-cs"/>
                <a:sym typeface="Calibri"/>
              </a:defRPr>
            </a:lvl4pPr>
            <a:lvl5pPr marL="2286000" indent="-457200" algn="r">
              <a:buClrTx/>
              <a:defRPr b="1" sz="2400">
                <a:solidFill>
                  <a:schemeClr val="accent4"/>
                </a:solidFill>
                <a:latin typeface="+mj-lt"/>
                <a:ea typeface="+mj-ea"/>
                <a:cs typeface="+mj-cs"/>
                <a:sym typeface="Calibri"/>
              </a:defRPr>
            </a:lvl5pPr>
          </a:lstStyle>
          <a:p>
            <a:pPr/>
            <a:r>
              <a:t>Click to edit text</a:t>
            </a:r>
          </a:p>
          <a:p>
            <a:pPr lvl="1"/>
            <a:r>
              <a:t/>
            </a:r>
          </a:p>
          <a:p>
            <a:pPr lvl="2"/>
            <a:r>
              <a:t/>
            </a:r>
          </a:p>
          <a:p>
            <a:pPr lvl="3"/>
            <a:r>
              <a:t/>
            </a:r>
          </a:p>
          <a:p>
            <a:pPr lvl="4"/>
            <a:r>
              <a:t/>
            </a:r>
          </a:p>
        </p:txBody>
      </p:sp>
      <p:sp>
        <p:nvSpPr>
          <p:cNvPr id="237" name="Title Text"/>
          <p:cNvSpPr txBox="1"/>
          <p:nvPr>
            <p:ph type="title"/>
          </p:nvPr>
        </p:nvSpPr>
        <p:spPr>
          <a:xfrm>
            <a:off x="4149138" y="1529685"/>
            <a:ext cx="3924936" cy="1695638"/>
          </a:xfrm>
          <a:prstGeom prst="rect">
            <a:avLst/>
          </a:prstGeom>
        </p:spPr>
        <p:txBody>
          <a:bodyPr/>
          <a:lstStyle>
            <a:lvl1pPr>
              <a:spcBef>
                <a:spcPts val="1000"/>
              </a:spcBef>
              <a:defRPr b="1" sz="4800">
                <a:solidFill>
                  <a:srgbClr val="FFFFFF"/>
                </a:solidFill>
              </a:defRPr>
            </a:lvl1pPr>
          </a:lstStyle>
          <a:p>
            <a:pPr/>
            <a:r>
              <a:t>Title Text</a:t>
            </a:r>
          </a:p>
        </p:txBody>
      </p:sp>
      <p:sp>
        <p:nvSpPr>
          <p:cNvPr id="238" name="Slide Number"/>
          <p:cNvSpPr txBox="1"/>
          <p:nvPr>
            <p:ph type="sldNum" sz="quarter" idx="2"/>
          </p:nvPr>
        </p:nvSpPr>
        <p:spPr>
          <a:xfrm>
            <a:off x="5892800" y="6172200"/>
            <a:ext cx="2844800" cy="368301"/>
          </a:xfrm>
          <a:prstGeom prst="rect">
            <a:avLst/>
          </a:prstGeom>
        </p:spPr>
        <p:txBody>
          <a:bodyPr/>
          <a:lstStyle>
            <a:lvl1pPr defTabSz="457200">
              <a:defRPr sz="900">
                <a:solidFill>
                  <a:schemeClr val="accent1"/>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grpSp>
        <p:nvGrpSpPr>
          <p:cNvPr id="12" name="Group 43"/>
          <p:cNvGrpSpPr/>
          <p:nvPr/>
        </p:nvGrpSpPr>
        <p:grpSpPr>
          <a:xfrm>
            <a:off x="0" y="-8468"/>
            <a:ext cx="12192001" cy="6866469"/>
            <a:chOff x="0" y="0"/>
            <a:chExt cx="12192000" cy="6866467"/>
          </a:xfrm>
        </p:grpSpPr>
        <p:sp>
          <p:nvSpPr>
            <p:cNvPr id="2" name="Straight Connector 19"/>
            <p:cNvSpPr/>
            <p:nvPr/>
          </p:nvSpPr>
          <p:spPr>
            <a:xfrm>
              <a:off x="9371012" y="8466"/>
              <a:ext cx="1219201" cy="6858002"/>
            </a:xfrm>
            <a:prstGeom prst="line">
              <a:avLst/>
            </a:prstGeom>
            <a:noFill/>
            <a:ln w="9525" cap="rnd">
              <a:solidFill>
                <a:schemeClr val="accent1">
                  <a:alpha val="70000"/>
                </a:schemeClr>
              </a:solidFill>
              <a:prstDash val="solid"/>
              <a:round/>
            </a:ln>
            <a:effectLst/>
          </p:spPr>
          <p:txBody>
            <a:bodyPr wrap="square" lIns="45719" tIns="45719" rIns="45719" bIns="45719" numCol="1" anchor="t">
              <a:noAutofit/>
            </a:bodyPr>
            <a:lstStyle/>
            <a:p>
              <a:pPr/>
            </a:p>
          </p:txBody>
        </p:sp>
        <p:sp>
          <p:nvSpPr>
            <p:cNvPr id="3" name="Straight Connector 20"/>
            <p:cNvSpPr/>
            <p:nvPr/>
          </p:nvSpPr>
          <p:spPr>
            <a:xfrm flipH="1">
              <a:off x="7425267" y="3689879"/>
              <a:ext cx="4763559" cy="3176588"/>
            </a:xfrm>
            <a:prstGeom prst="line">
              <a:avLst/>
            </a:prstGeom>
            <a:noFill/>
            <a:ln w="9525" cap="rnd">
              <a:solidFill>
                <a:schemeClr val="accent1">
                  <a:alpha val="70000"/>
                </a:schemeClr>
              </a:solidFill>
              <a:prstDash val="solid"/>
              <a:round/>
            </a:ln>
            <a:effectLst/>
          </p:spPr>
          <p:txBody>
            <a:bodyPr wrap="square" lIns="45719" tIns="45719" rIns="45719" bIns="45719" numCol="1" anchor="t">
              <a:noAutofit/>
            </a:bodyPr>
            <a:lstStyle/>
            <a:p>
              <a:pPr/>
            </a:p>
          </p:txBody>
        </p:sp>
        <p:sp>
          <p:nvSpPr>
            <p:cNvPr id="4" name="Rectangle 23"/>
            <p:cNvSpPr/>
            <p:nvPr/>
          </p:nvSpPr>
          <p:spPr>
            <a:xfrm>
              <a:off x="9181476" y="0"/>
              <a:ext cx="3007350" cy="686646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692" y="0"/>
                  </a:moveTo>
                  <a:lnTo>
                    <a:pt x="21600" y="0"/>
                  </a:lnTo>
                  <a:lnTo>
                    <a:pt x="21600" y="21600"/>
                  </a:lnTo>
                  <a:lnTo>
                    <a:pt x="0" y="21600"/>
                  </a:lnTo>
                  <a:lnTo>
                    <a:pt x="14692" y="0"/>
                  </a:lnTo>
                  <a:close/>
                </a:path>
              </a:pathLst>
            </a:custGeom>
            <a:solidFill>
              <a:schemeClr val="accent1">
                <a:alpha val="36000"/>
              </a:schemeClr>
            </a:solidFill>
            <a:ln w="12700" cap="flat">
              <a:noFill/>
              <a:miter lim="400000"/>
            </a:ln>
            <a:effectLst/>
          </p:spPr>
          <p:txBody>
            <a:bodyPr wrap="square" lIns="45719" tIns="45719" rIns="45719" bIns="45719" numCol="1" anchor="t">
              <a:noAutofit/>
            </a:bodyPr>
            <a:lstStyle/>
            <a:p>
              <a:pPr/>
            </a:p>
          </p:txBody>
        </p:sp>
        <p:sp>
          <p:nvSpPr>
            <p:cNvPr id="5" name="Rectangle 25"/>
            <p:cNvSpPr/>
            <p:nvPr/>
          </p:nvSpPr>
          <p:spPr>
            <a:xfrm>
              <a:off x="9603441" y="0"/>
              <a:ext cx="2588560" cy="686646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21600" y="21600"/>
                  </a:lnTo>
                  <a:lnTo>
                    <a:pt x="10092" y="21600"/>
                  </a:lnTo>
                  <a:lnTo>
                    <a:pt x="0" y="0"/>
                  </a:lnTo>
                  <a:close/>
                </a:path>
              </a:pathLst>
            </a:custGeom>
            <a:solidFill>
              <a:schemeClr val="accent1">
                <a:alpha val="20000"/>
              </a:schemeClr>
            </a:solidFill>
            <a:ln w="12700" cap="flat">
              <a:noFill/>
              <a:miter lim="400000"/>
            </a:ln>
            <a:effectLst/>
          </p:spPr>
          <p:txBody>
            <a:bodyPr wrap="square" lIns="45719" tIns="45719" rIns="45719" bIns="45719" numCol="1" anchor="t">
              <a:noAutofit/>
            </a:bodyPr>
            <a:lstStyle/>
            <a:p>
              <a:pPr/>
            </a:p>
          </p:txBody>
        </p:sp>
        <p:sp>
          <p:nvSpPr>
            <p:cNvPr id="6" name="Isosceles Triangle 23"/>
            <p:cNvSpPr/>
            <p:nvPr/>
          </p:nvSpPr>
          <p:spPr>
            <a:xfrm>
              <a:off x="8932333" y="3056466"/>
              <a:ext cx="3259668" cy="381000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0"/>
                  </a:lnTo>
                  <a:lnTo>
                    <a:pt x="21600" y="21600"/>
                  </a:lnTo>
                  <a:close/>
                </a:path>
              </a:pathLst>
            </a:custGeom>
            <a:solidFill>
              <a:srgbClr val="17B0E4">
                <a:alpha val="66000"/>
              </a:srgbClr>
            </a:solidFill>
            <a:ln w="12700" cap="flat">
              <a:noFill/>
              <a:miter lim="400000"/>
            </a:ln>
            <a:effectLst/>
          </p:spPr>
          <p:txBody>
            <a:bodyPr wrap="square" lIns="45719" tIns="45719" rIns="45719" bIns="45719" numCol="1" anchor="t">
              <a:noAutofit/>
            </a:bodyPr>
            <a:lstStyle/>
            <a:p>
              <a:pPr/>
            </a:p>
          </p:txBody>
        </p:sp>
        <p:sp>
          <p:nvSpPr>
            <p:cNvPr id="7" name="Rectangle 27"/>
            <p:cNvSpPr/>
            <p:nvPr/>
          </p:nvSpPr>
          <p:spPr>
            <a:xfrm>
              <a:off x="9334500" y="0"/>
              <a:ext cx="2854327" cy="686646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21600" y="21600"/>
                  </a:lnTo>
                  <a:lnTo>
                    <a:pt x="18697" y="21600"/>
                  </a:lnTo>
                  <a:lnTo>
                    <a:pt x="0" y="0"/>
                  </a:lnTo>
                  <a:close/>
                </a:path>
              </a:pathLst>
            </a:custGeom>
            <a:solidFill>
              <a:srgbClr val="17B0E4">
                <a:alpha val="50000"/>
              </a:srgbClr>
            </a:solidFill>
            <a:ln w="12700" cap="flat">
              <a:noFill/>
              <a:miter lim="400000"/>
            </a:ln>
            <a:effectLst/>
          </p:spPr>
          <p:txBody>
            <a:bodyPr wrap="square" lIns="45719" tIns="45719" rIns="45719" bIns="45719" numCol="1" anchor="t">
              <a:noAutofit/>
            </a:bodyPr>
            <a:lstStyle/>
            <a:p>
              <a:pPr/>
            </a:p>
          </p:txBody>
        </p:sp>
        <p:sp>
          <p:nvSpPr>
            <p:cNvPr id="8" name="Rectangle 28"/>
            <p:cNvSpPr/>
            <p:nvPr/>
          </p:nvSpPr>
          <p:spPr>
            <a:xfrm>
              <a:off x="10898730" y="0"/>
              <a:ext cx="1290095" cy="686646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073" y="0"/>
                  </a:moveTo>
                  <a:lnTo>
                    <a:pt x="21600" y="0"/>
                  </a:lnTo>
                  <a:lnTo>
                    <a:pt x="21600" y="21600"/>
                  </a:lnTo>
                  <a:lnTo>
                    <a:pt x="0" y="21600"/>
                  </a:lnTo>
                  <a:lnTo>
                    <a:pt x="17073" y="0"/>
                  </a:lnTo>
                  <a:close/>
                </a:path>
              </a:pathLst>
            </a:custGeom>
            <a:solidFill>
              <a:schemeClr val="accent2">
                <a:alpha val="70000"/>
              </a:schemeClr>
            </a:solidFill>
            <a:ln w="12700" cap="flat">
              <a:noFill/>
              <a:miter lim="400000"/>
            </a:ln>
            <a:effectLst/>
          </p:spPr>
          <p:txBody>
            <a:bodyPr wrap="square" lIns="45719" tIns="45719" rIns="45719" bIns="45719" numCol="1" anchor="t">
              <a:noAutofit/>
            </a:bodyPr>
            <a:lstStyle/>
            <a:p>
              <a:pPr/>
            </a:p>
          </p:txBody>
        </p:sp>
        <p:sp>
          <p:nvSpPr>
            <p:cNvPr id="9" name="Rectangle 29"/>
            <p:cNvSpPr/>
            <p:nvPr/>
          </p:nvSpPr>
          <p:spPr>
            <a:xfrm>
              <a:off x="10938999" y="0"/>
              <a:ext cx="1249826" cy="686646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21600" y="21600"/>
                  </a:lnTo>
                  <a:lnTo>
                    <a:pt x="19173" y="21600"/>
                  </a:lnTo>
                  <a:lnTo>
                    <a:pt x="0" y="0"/>
                  </a:lnTo>
                  <a:close/>
                </a:path>
              </a:pathLst>
            </a:custGeom>
            <a:solidFill>
              <a:srgbClr val="236292">
                <a:alpha val="80000"/>
              </a:srgbClr>
            </a:solidFill>
            <a:ln w="12700" cap="flat">
              <a:noFill/>
              <a:miter lim="400000"/>
            </a:ln>
            <a:effectLst/>
          </p:spPr>
          <p:txBody>
            <a:bodyPr wrap="square" lIns="45719" tIns="45719" rIns="45719" bIns="45719" numCol="1" anchor="t">
              <a:noAutofit/>
            </a:bodyPr>
            <a:lstStyle/>
            <a:p>
              <a:pPr/>
            </a:p>
          </p:txBody>
        </p:sp>
        <p:sp>
          <p:nvSpPr>
            <p:cNvPr id="10" name="Isosceles Triangle 27"/>
            <p:cNvSpPr/>
            <p:nvPr/>
          </p:nvSpPr>
          <p:spPr>
            <a:xfrm>
              <a:off x="10371666" y="3598333"/>
              <a:ext cx="1817160" cy="326813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0"/>
                  </a:lnTo>
                  <a:lnTo>
                    <a:pt x="21600" y="21600"/>
                  </a:lnTo>
                  <a:close/>
                </a:path>
              </a:pathLst>
            </a:custGeom>
            <a:solidFill>
              <a:srgbClr val="17B0E4">
                <a:alpha val="66000"/>
              </a:srgbClr>
            </a:solidFill>
            <a:ln w="12700" cap="flat">
              <a:noFill/>
              <a:miter lim="400000"/>
            </a:ln>
            <a:effectLst/>
          </p:spPr>
          <p:txBody>
            <a:bodyPr wrap="square" lIns="45719" tIns="45719" rIns="45719" bIns="45719" numCol="1" anchor="t">
              <a:noAutofit/>
            </a:bodyPr>
            <a:lstStyle/>
            <a:p>
              <a:pPr/>
            </a:p>
          </p:txBody>
        </p:sp>
        <p:sp>
          <p:nvSpPr>
            <p:cNvPr id="11" name="Isosceles Triangle 18"/>
            <p:cNvSpPr/>
            <p:nvPr/>
          </p:nvSpPr>
          <p:spPr>
            <a:xfrm>
              <a:off x="-1" y="4021666"/>
              <a:ext cx="448734" cy="284480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0" y="0"/>
                  </a:lnTo>
                  <a:lnTo>
                    <a:pt x="21600" y="21600"/>
                  </a:lnTo>
                  <a:close/>
                </a:path>
              </a:pathLst>
            </a:custGeom>
            <a:solidFill>
              <a:schemeClr val="accent1">
                <a:alpha val="70000"/>
              </a:schemeClr>
            </a:solidFill>
            <a:ln w="12700" cap="flat">
              <a:noFill/>
              <a:miter lim="400000"/>
            </a:ln>
            <a:effectLst/>
          </p:spPr>
          <p:txBody>
            <a:bodyPr wrap="square" lIns="45719" tIns="45719" rIns="45719" bIns="45719" numCol="1" anchor="t">
              <a:noAutofit/>
            </a:bodyPr>
            <a:lstStyle/>
            <a:p>
              <a:pPr/>
            </a:p>
          </p:txBody>
        </p:sp>
      </p:grpSp>
      <p:sp>
        <p:nvSpPr>
          <p:cNvPr id="13" name="Date Placeholder 3"/>
          <p:cNvSpPr txBox="1"/>
          <p:nvPr/>
        </p:nvSpPr>
        <p:spPr>
          <a:xfrm>
            <a:off x="706115" y="6439548"/>
            <a:ext cx="2651761" cy="243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defTabSz="914400">
              <a:defRPr sz="1100">
                <a:solidFill>
                  <a:schemeClr val="accent2"/>
                </a:solidFill>
              </a:defRPr>
            </a:lvl1pPr>
          </a:lstStyle>
          <a:p>
            <a:pPr/>
            <a:r>
              <a:t>9/3/2026</a:t>
            </a:r>
          </a:p>
        </p:txBody>
      </p:sp>
      <p:sp>
        <p:nvSpPr>
          <p:cNvPr id="14" name="Footer Placeholder 4"/>
          <p:cNvSpPr txBox="1"/>
          <p:nvPr/>
        </p:nvSpPr>
        <p:spPr>
          <a:xfrm>
            <a:off x="1491246" y="6439548"/>
            <a:ext cx="4023361" cy="243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defTabSz="914400">
              <a:defRPr b="1" sz="1100">
                <a:solidFill>
                  <a:schemeClr val="accent2"/>
                </a:solidFill>
              </a:defRPr>
            </a:lvl1pPr>
          </a:lstStyle>
          <a:p>
            <a:pPr/>
            <a:r>
              <a:t>Annual Review</a:t>
            </a:r>
          </a:p>
        </p:txBody>
      </p:sp>
      <p:sp>
        <p:nvSpPr>
          <p:cNvPr id="15" name="Slide Number"/>
          <p:cNvSpPr txBox="1"/>
          <p:nvPr>
            <p:ph type="sldNum" sz="quarter" idx="2"/>
          </p:nvPr>
        </p:nvSpPr>
        <p:spPr>
          <a:xfrm>
            <a:off x="11297876" y="6439548"/>
            <a:ext cx="250662" cy="243841"/>
          </a:xfrm>
          <a:prstGeom prst="rect">
            <a:avLst/>
          </a:prstGeom>
          <a:ln w="12700">
            <a:miter lim="400000"/>
          </a:ln>
        </p:spPr>
        <p:txBody>
          <a:bodyPr wrap="none" lIns="45719" rIns="45719" anchor="ctr">
            <a:spAutoFit/>
          </a:bodyPr>
          <a:lstStyle>
            <a:lvl1pPr algn="r" defTabSz="914400">
              <a:defRPr sz="1100">
                <a:solidFill>
                  <a:schemeClr val="accent4"/>
                </a:solidFill>
              </a:defRPr>
            </a:lvl1pPr>
          </a:lstStyle>
          <a:p>
            <a:pPr/>
            <a:fld id="{86CB4B4D-7CA3-9044-876B-883B54F8677D}" type="slidenum"/>
          </a:p>
        </p:txBody>
      </p:sp>
      <p:sp>
        <p:nvSpPr>
          <p:cNvPr id="16" name="Title Text"/>
          <p:cNvSpPr txBox="1"/>
          <p:nvPr>
            <p:ph type="title"/>
          </p:nvPr>
        </p:nvSpPr>
        <p:spPr>
          <a:xfrm>
            <a:off x="609600" y="274637"/>
            <a:ext cx="10972800" cy="1325564"/>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Title Text</a:t>
            </a:r>
          </a:p>
        </p:txBody>
      </p:sp>
      <p:sp>
        <p:nvSpPr>
          <p:cNvPr id="17" name="Body Level One…"/>
          <p:cNvSpPr txBox="1"/>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Lst>
  <p:transition xmlns:p14="http://schemas.microsoft.com/office/powerpoint/2010/main" spd="med" advClick="1"/>
  <p:txStyles>
    <p:titleStyle>
      <a:lvl1pPr marL="0" marR="0" indent="0" algn="l" defTabSz="457200" rtl="0" latinLnBrk="0">
        <a:lnSpc>
          <a:spcPct val="100000"/>
        </a:lnSpc>
        <a:spcBef>
          <a:spcPts val="0"/>
        </a:spcBef>
        <a:spcAft>
          <a:spcPts val="0"/>
        </a:spcAft>
        <a:buClrTx/>
        <a:buSzTx/>
        <a:buFontTx/>
        <a:buNone/>
        <a:tabLst/>
        <a:defRPr b="0" baseline="0" cap="none" i="0" spc="0" strike="noStrike" sz="3600" u="none">
          <a:solidFill>
            <a:schemeClr val="accent1"/>
          </a:solidFill>
          <a:uFillTx/>
          <a:latin typeface="Trebuchet MS"/>
          <a:ea typeface="Trebuchet MS"/>
          <a:cs typeface="Trebuchet MS"/>
          <a:sym typeface="Trebuchet MS"/>
        </a:defRPr>
      </a:lvl1pPr>
      <a:lvl2pPr marL="0" marR="0" indent="0" algn="l" defTabSz="457200" rtl="0" latinLnBrk="0">
        <a:lnSpc>
          <a:spcPct val="100000"/>
        </a:lnSpc>
        <a:spcBef>
          <a:spcPts val="0"/>
        </a:spcBef>
        <a:spcAft>
          <a:spcPts val="0"/>
        </a:spcAft>
        <a:buClrTx/>
        <a:buSzTx/>
        <a:buFontTx/>
        <a:buNone/>
        <a:tabLst/>
        <a:defRPr b="0" baseline="0" cap="none" i="0" spc="0" strike="noStrike" sz="3600" u="none">
          <a:solidFill>
            <a:schemeClr val="accent1"/>
          </a:solidFill>
          <a:uFillTx/>
          <a:latin typeface="Trebuchet MS"/>
          <a:ea typeface="Trebuchet MS"/>
          <a:cs typeface="Trebuchet MS"/>
          <a:sym typeface="Trebuchet MS"/>
        </a:defRPr>
      </a:lvl2pPr>
      <a:lvl3pPr marL="0" marR="0" indent="0" algn="l" defTabSz="457200" rtl="0" latinLnBrk="0">
        <a:lnSpc>
          <a:spcPct val="100000"/>
        </a:lnSpc>
        <a:spcBef>
          <a:spcPts val="0"/>
        </a:spcBef>
        <a:spcAft>
          <a:spcPts val="0"/>
        </a:spcAft>
        <a:buClrTx/>
        <a:buSzTx/>
        <a:buFontTx/>
        <a:buNone/>
        <a:tabLst/>
        <a:defRPr b="0" baseline="0" cap="none" i="0" spc="0" strike="noStrike" sz="3600" u="none">
          <a:solidFill>
            <a:schemeClr val="accent1"/>
          </a:solidFill>
          <a:uFillTx/>
          <a:latin typeface="Trebuchet MS"/>
          <a:ea typeface="Trebuchet MS"/>
          <a:cs typeface="Trebuchet MS"/>
          <a:sym typeface="Trebuchet MS"/>
        </a:defRPr>
      </a:lvl3pPr>
      <a:lvl4pPr marL="0" marR="0" indent="0" algn="l" defTabSz="457200" rtl="0" latinLnBrk="0">
        <a:lnSpc>
          <a:spcPct val="100000"/>
        </a:lnSpc>
        <a:spcBef>
          <a:spcPts val="0"/>
        </a:spcBef>
        <a:spcAft>
          <a:spcPts val="0"/>
        </a:spcAft>
        <a:buClrTx/>
        <a:buSzTx/>
        <a:buFontTx/>
        <a:buNone/>
        <a:tabLst/>
        <a:defRPr b="0" baseline="0" cap="none" i="0" spc="0" strike="noStrike" sz="3600" u="none">
          <a:solidFill>
            <a:schemeClr val="accent1"/>
          </a:solidFill>
          <a:uFillTx/>
          <a:latin typeface="Trebuchet MS"/>
          <a:ea typeface="Trebuchet MS"/>
          <a:cs typeface="Trebuchet MS"/>
          <a:sym typeface="Trebuchet MS"/>
        </a:defRPr>
      </a:lvl4pPr>
      <a:lvl5pPr marL="0" marR="0" indent="0" algn="l" defTabSz="457200" rtl="0" latinLnBrk="0">
        <a:lnSpc>
          <a:spcPct val="100000"/>
        </a:lnSpc>
        <a:spcBef>
          <a:spcPts val="0"/>
        </a:spcBef>
        <a:spcAft>
          <a:spcPts val="0"/>
        </a:spcAft>
        <a:buClrTx/>
        <a:buSzTx/>
        <a:buFontTx/>
        <a:buNone/>
        <a:tabLst/>
        <a:defRPr b="0" baseline="0" cap="none" i="0" spc="0" strike="noStrike" sz="3600" u="none">
          <a:solidFill>
            <a:schemeClr val="accent1"/>
          </a:solidFill>
          <a:uFillTx/>
          <a:latin typeface="Trebuchet MS"/>
          <a:ea typeface="Trebuchet MS"/>
          <a:cs typeface="Trebuchet MS"/>
          <a:sym typeface="Trebuchet MS"/>
        </a:defRPr>
      </a:lvl5pPr>
      <a:lvl6pPr marL="0" marR="0" indent="0" algn="l" defTabSz="457200" rtl="0" latinLnBrk="0">
        <a:lnSpc>
          <a:spcPct val="100000"/>
        </a:lnSpc>
        <a:spcBef>
          <a:spcPts val="0"/>
        </a:spcBef>
        <a:spcAft>
          <a:spcPts val="0"/>
        </a:spcAft>
        <a:buClrTx/>
        <a:buSzTx/>
        <a:buFontTx/>
        <a:buNone/>
        <a:tabLst/>
        <a:defRPr b="0" baseline="0" cap="none" i="0" spc="0" strike="noStrike" sz="3600" u="none">
          <a:solidFill>
            <a:schemeClr val="accent1"/>
          </a:solidFill>
          <a:uFillTx/>
          <a:latin typeface="Trebuchet MS"/>
          <a:ea typeface="Trebuchet MS"/>
          <a:cs typeface="Trebuchet MS"/>
          <a:sym typeface="Trebuchet MS"/>
        </a:defRPr>
      </a:lvl6pPr>
      <a:lvl7pPr marL="0" marR="0" indent="0" algn="l" defTabSz="457200" rtl="0" latinLnBrk="0">
        <a:lnSpc>
          <a:spcPct val="100000"/>
        </a:lnSpc>
        <a:spcBef>
          <a:spcPts val="0"/>
        </a:spcBef>
        <a:spcAft>
          <a:spcPts val="0"/>
        </a:spcAft>
        <a:buClrTx/>
        <a:buSzTx/>
        <a:buFontTx/>
        <a:buNone/>
        <a:tabLst/>
        <a:defRPr b="0" baseline="0" cap="none" i="0" spc="0" strike="noStrike" sz="3600" u="none">
          <a:solidFill>
            <a:schemeClr val="accent1"/>
          </a:solidFill>
          <a:uFillTx/>
          <a:latin typeface="Trebuchet MS"/>
          <a:ea typeface="Trebuchet MS"/>
          <a:cs typeface="Trebuchet MS"/>
          <a:sym typeface="Trebuchet MS"/>
        </a:defRPr>
      </a:lvl7pPr>
      <a:lvl8pPr marL="0" marR="0" indent="0" algn="l" defTabSz="457200" rtl="0" latinLnBrk="0">
        <a:lnSpc>
          <a:spcPct val="100000"/>
        </a:lnSpc>
        <a:spcBef>
          <a:spcPts val="0"/>
        </a:spcBef>
        <a:spcAft>
          <a:spcPts val="0"/>
        </a:spcAft>
        <a:buClrTx/>
        <a:buSzTx/>
        <a:buFontTx/>
        <a:buNone/>
        <a:tabLst/>
        <a:defRPr b="0" baseline="0" cap="none" i="0" spc="0" strike="noStrike" sz="3600" u="none">
          <a:solidFill>
            <a:schemeClr val="accent1"/>
          </a:solidFill>
          <a:uFillTx/>
          <a:latin typeface="Trebuchet MS"/>
          <a:ea typeface="Trebuchet MS"/>
          <a:cs typeface="Trebuchet MS"/>
          <a:sym typeface="Trebuchet MS"/>
        </a:defRPr>
      </a:lvl8pPr>
      <a:lvl9pPr marL="0" marR="0" indent="0" algn="l" defTabSz="457200" rtl="0" latinLnBrk="0">
        <a:lnSpc>
          <a:spcPct val="100000"/>
        </a:lnSpc>
        <a:spcBef>
          <a:spcPts val="0"/>
        </a:spcBef>
        <a:spcAft>
          <a:spcPts val="0"/>
        </a:spcAft>
        <a:buClrTx/>
        <a:buSzTx/>
        <a:buFontTx/>
        <a:buNone/>
        <a:tabLst/>
        <a:defRPr b="0" baseline="0" cap="none" i="0" spc="0" strike="noStrike" sz="3600" u="none">
          <a:solidFill>
            <a:schemeClr val="accent1"/>
          </a:solidFill>
          <a:uFillTx/>
          <a:latin typeface="Trebuchet MS"/>
          <a:ea typeface="Trebuchet MS"/>
          <a:cs typeface="Trebuchet MS"/>
          <a:sym typeface="Trebuchet MS"/>
        </a:defRPr>
      </a:lvl9pPr>
    </p:titleStyle>
    <p:bodyStyle>
      <a:lvl1pPr marL="342900" marR="0" indent="-342900" algn="l" defTabSz="457200" rtl="0" latinLnBrk="0">
        <a:lnSpc>
          <a:spcPct val="100000"/>
        </a:lnSpc>
        <a:spcBef>
          <a:spcPts val="1000"/>
        </a:spcBef>
        <a:spcAft>
          <a:spcPts val="0"/>
        </a:spcAft>
        <a:buClr>
          <a:schemeClr val="accent1"/>
        </a:buClr>
        <a:buSzPct val="80000"/>
        <a:buFontTx/>
        <a:buChar char=""/>
        <a:tabLst/>
        <a:defRPr b="0" baseline="0" cap="none" i="0" spc="0" strike="noStrike" sz="1800" u="none">
          <a:solidFill>
            <a:srgbClr val="404040"/>
          </a:solidFill>
          <a:uFillTx/>
          <a:latin typeface="Trebuchet MS"/>
          <a:ea typeface="Trebuchet MS"/>
          <a:cs typeface="Trebuchet MS"/>
          <a:sym typeface="Trebuchet MS"/>
        </a:defRPr>
      </a:lvl1pPr>
      <a:lvl2pPr marL="778668" marR="0" indent="-321468" algn="l" defTabSz="457200" rtl="0" latinLnBrk="0">
        <a:lnSpc>
          <a:spcPct val="100000"/>
        </a:lnSpc>
        <a:spcBef>
          <a:spcPts val="1000"/>
        </a:spcBef>
        <a:spcAft>
          <a:spcPts val="0"/>
        </a:spcAft>
        <a:buClr>
          <a:schemeClr val="accent1"/>
        </a:buClr>
        <a:buSzPct val="80000"/>
        <a:buFontTx/>
        <a:buChar char=""/>
        <a:tabLst/>
        <a:defRPr b="0" baseline="0" cap="none" i="0" spc="0" strike="noStrike" sz="1800" u="none">
          <a:solidFill>
            <a:srgbClr val="404040"/>
          </a:solidFill>
          <a:uFillTx/>
          <a:latin typeface="Trebuchet MS"/>
          <a:ea typeface="Trebuchet MS"/>
          <a:cs typeface="Trebuchet MS"/>
          <a:sym typeface="Trebuchet MS"/>
        </a:defRPr>
      </a:lvl2pPr>
      <a:lvl3pPr marL="1208314" marR="0" indent="-293914" algn="l" defTabSz="457200" rtl="0" latinLnBrk="0">
        <a:lnSpc>
          <a:spcPct val="100000"/>
        </a:lnSpc>
        <a:spcBef>
          <a:spcPts val="1000"/>
        </a:spcBef>
        <a:spcAft>
          <a:spcPts val="0"/>
        </a:spcAft>
        <a:buClr>
          <a:schemeClr val="accent1"/>
        </a:buClr>
        <a:buSzPct val="80000"/>
        <a:buFontTx/>
        <a:buChar char=""/>
        <a:tabLst/>
        <a:defRPr b="0" baseline="0" cap="none" i="0" spc="0" strike="noStrike" sz="1800" u="none">
          <a:solidFill>
            <a:srgbClr val="404040"/>
          </a:solidFill>
          <a:uFillTx/>
          <a:latin typeface="Trebuchet MS"/>
          <a:ea typeface="Trebuchet MS"/>
          <a:cs typeface="Trebuchet MS"/>
          <a:sym typeface="Trebuchet MS"/>
        </a:defRPr>
      </a:lvl3pPr>
      <a:lvl4pPr marL="1714500" marR="0" indent="-342900" algn="l" defTabSz="457200" rtl="0" latinLnBrk="0">
        <a:lnSpc>
          <a:spcPct val="100000"/>
        </a:lnSpc>
        <a:spcBef>
          <a:spcPts val="1000"/>
        </a:spcBef>
        <a:spcAft>
          <a:spcPts val="0"/>
        </a:spcAft>
        <a:buClr>
          <a:schemeClr val="accent1"/>
        </a:buClr>
        <a:buSzPct val="80000"/>
        <a:buFontTx/>
        <a:buChar char=""/>
        <a:tabLst/>
        <a:defRPr b="0" baseline="0" cap="none" i="0" spc="0" strike="noStrike" sz="1800" u="none">
          <a:solidFill>
            <a:srgbClr val="404040"/>
          </a:solidFill>
          <a:uFillTx/>
          <a:latin typeface="Trebuchet MS"/>
          <a:ea typeface="Trebuchet MS"/>
          <a:cs typeface="Trebuchet MS"/>
          <a:sym typeface="Trebuchet MS"/>
        </a:defRPr>
      </a:lvl4pPr>
      <a:lvl5pPr marL="2171700" marR="0" indent="-342900" algn="l" defTabSz="457200" rtl="0" latinLnBrk="0">
        <a:lnSpc>
          <a:spcPct val="100000"/>
        </a:lnSpc>
        <a:spcBef>
          <a:spcPts val="1000"/>
        </a:spcBef>
        <a:spcAft>
          <a:spcPts val="0"/>
        </a:spcAft>
        <a:buClr>
          <a:schemeClr val="accent1"/>
        </a:buClr>
        <a:buSzPct val="80000"/>
        <a:buFontTx/>
        <a:buChar char=""/>
        <a:tabLst/>
        <a:defRPr b="0" baseline="0" cap="none" i="0" spc="0" strike="noStrike" sz="1800" u="none">
          <a:solidFill>
            <a:srgbClr val="404040"/>
          </a:solidFill>
          <a:uFillTx/>
          <a:latin typeface="Trebuchet MS"/>
          <a:ea typeface="Trebuchet MS"/>
          <a:cs typeface="Trebuchet MS"/>
          <a:sym typeface="Trebuchet MS"/>
        </a:defRPr>
      </a:lvl5pPr>
      <a:lvl6pPr marL="2628900" marR="0" indent="-342900" algn="l" defTabSz="457200" rtl="0" latinLnBrk="0">
        <a:lnSpc>
          <a:spcPct val="100000"/>
        </a:lnSpc>
        <a:spcBef>
          <a:spcPts val="1000"/>
        </a:spcBef>
        <a:spcAft>
          <a:spcPts val="0"/>
        </a:spcAft>
        <a:buClr>
          <a:schemeClr val="accent1"/>
        </a:buClr>
        <a:buSzPct val="80000"/>
        <a:buFontTx/>
        <a:buChar char=""/>
        <a:tabLst/>
        <a:defRPr b="0" baseline="0" cap="none" i="0" spc="0" strike="noStrike" sz="1800" u="none">
          <a:solidFill>
            <a:srgbClr val="404040"/>
          </a:solidFill>
          <a:uFillTx/>
          <a:latin typeface="Trebuchet MS"/>
          <a:ea typeface="Trebuchet MS"/>
          <a:cs typeface="Trebuchet MS"/>
          <a:sym typeface="Trebuchet MS"/>
        </a:defRPr>
      </a:lvl6pPr>
      <a:lvl7pPr marL="3086100" marR="0" indent="-342900" algn="l" defTabSz="457200" rtl="0" latinLnBrk="0">
        <a:lnSpc>
          <a:spcPct val="100000"/>
        </a:lnSpc>
        <a:spcBef>
          <a:spcPts val="1000"/>
        </a:spcBef>
        <a:spcAft>
          <a:spcPts val="0"/>
        </a:spcAft>
        <a:buClr>
          <a:schemeClr val="accent1"/>
        </a:buClr>
        <a:buSzPct val="80000"/>
        <a:buFontTx/>
        <a:buChar char=""/>
        <a:tabLst/>
        <a:defRPr b="0" baseline="0" cap="none" i="0" spc="0" strike="noStrike" sz="1800" u="none">
          <a:solidFill>
            <a:srgbClr val="404040"/>
          </a:solidFill>
          <a:uFillTx/>
          <a:latin typeface="Trebuchet MS"/>
          <a:ea typeface="Trebuchet MS"/>
          <a:cs typeface="Trebuchet MS"/>
          <a:sym typeface="Trebuchet MS"/>
        </a:defRPr>
      </a:lvl7pPr>
      <a:lvl8pPr marL="3543300" marR="0" indent="-342900" algn="l" defTabSz="457200" rtl="0" latinLnBrk="0">
        <a:lnSpc>
          <a:spcPct val="100000"/>
        </a:lnSpc>
        <a:spcBef>
          <a:spcPts val="1000"/>
        </a:spcBef>
        <a:spcAft>
          <a:spcPts val="0"/>
        </a:spcAft>
        <a:buClr>
          <a:schemeClr val="accent1"/>
        </a:buClr>
        <a:buSzPct val="80000"/>
        <a:buFontTx/>
        <a:buChar char=""/>
        <a:tabLst/>
        <a:defRPr b="0" baseline="0" cap="none" i="0" spc="0" strike="noStrike" sz="1800" u="none">
          <a:solidFill>
            <a:srgbClr val="404040"/>
          </a:solidFill>
          <a:uFillTx/>
          <a:latin typeface="Trebuchet MS"/>
          <a:ea typeface="Trebuchet MS"/>
          <a:cs typeface="Trebuchet MS"/>
          <a:sym typeface="Trebuchet MS"/>
        </a:defRPr>
      </a:lvl8pPr>
      <a:lvl9pPr marL="4000500" marR="0" indent="-342900" algn="l" defTabSz="457200" rtl="0" latinLnBrk="0">
        <a:lnSpc>
          <a:spcPct val="100000"/>
        </a:lnSpc>
        <a:spcBef>
          <a:spcPts val="1000"/>
        </a:spcBef>
        <a:spcAft>
          <a:spcPts val="0"/>
        </a:spcAft>
        <a:buClr>
          <a:schemeClr val="accent1"/>
        </a:buClr>
        <a:buSzPct val="80000"/>
        <a:buFontTx/>
        <a:buChar char=""/>
        <a:tabLst/>
        <a:defRPr b="0" baseline="0" cap="none" i="0" spc="0" strike="noStrike" sz="1800" u="none">
          <a:solidFill>
            <a:srgbClr val="404040"/>
          </a:solidFill>
          <a:uFillTx/>
          <a:latin typeface="Trebuchet MS"/>
          <a:ea typeface="Trebuchet MS"/>
          <a:cs typeface="Trebuchet MS"/>
          <a:sym typeface="Trebuchet MS"/>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100" u="none">
          <a:solidFill>
            <a:schemeClr val="tx1"/>
          </a:solidFill>
          <a:uFillTx/>
          <a:latin typeface="+mn-lt"/>
          <a:ea typeface="+mn-ea"/>
          <a:cs typeface="+mn-cs"/>
          <a:sym typeface="Trebuchet MS"/>
        </a:defRPr>
      </a:lvl1pPr>
      <a:lvl2pPr marL="0" marR="0" indent="457200" algn="r" defTabSz="914400" rtl="0" latinLnBrk="0">
        <a:lnSpc>
          <a:spcPct val="100000"/>
        </a:lnSpc>
        <a:spcBef>
          <a:spcPts val="0"/>
        </a:spcBef>
        <a:spcAft>
          <a:spcPts val="0"/>
        </a:spcAft>
        <a:buClrTx/>
        <a:buSzTx/>
        <a:buFontTx/>
        <a:buNone/>
        <a:tabLst/>
        <a:defRPr b="0" baseline="0" cap="none" i="0" spc="0" strike="noStrike" sz="1100" u="none">
          <a:solidFill>
            <a:schemeClr val="tx1"/>
          </a:solidFill>
          <a:uFillTx/>
          <a:latin typeface="+mn-lt"/>
          <a:ea typeface="+mn-ea"/>
          <a:cs typeface="+mn-cs"/>
          <a:sym typeface="Trebuchet MS"/>
        </a:defRPr>
      </a:lvl2pPr>
      <a:lvl3pPr marL="0" marR="0" indent="914400" algn="r" defTabSz="914400" rtl="0" latinLnBrk="0">
        <a:lnSpc>
          <a:spcPct val="100000"/>
        </a:lnSpc>
        <a:spcBef>
          <a:spcPts val="0"/>
        </a:spcBef>
        <a:spcAft>
          <a:spcPts val="0"/>
        </a:spcAft>
        <a:buClrTx/>
        <a:buSzTx/>
        <a:buFontTx/>
        <a:buNone/>
        <a:tabLst/>
        <a:defRPr b="0" baseline="0" cap="none" i="0" spc="0" strike="noStrike" sz="1100" u="none">
          <a:solidFill>
            <a:schemeClr val="tx1"/>
          </a:solidFill>
          <a:uFillTx/>
          <a:latin typeface="+mn-lt"/>
          <a:ea typeface="+mn-ea"/>
          <a:cs typeface="+mn-cs"/>
          <a:sym typeface="Trebuchet MS"/>
        </a:defRPr>
      </a:lvl3pPr>
      <a:lvl4pPr marL="0" marR="0" indent="1371600" algn="r" defTabSz="914400" rtl="0" latinLnBrk="0">
        <a:lnSpc>
          <a:spcPct val="100000"/>
        </a:lnSpc>
        <a:spcBef>
          <a:spcPts val="0"/>
        </a:spcBef>
        <a:spcAft>
          <a:spcPts val="0"/>
        </a:spcAft>
        <a:buClrTx/>
        <a:buSzTx/>
        <a:buFontTx/>
        <a:buNone/>
        <a:tabLst/>
        <a:defRPr b="0" baseline="0" cap="none" i="0" spc="0" strike="noStrike" sz="1100" u="none">
          <a:solidFill>
            <a:schemeClr val="tx1"/>
          </a:solidFill>
          <a:uFillTx/>
          <a:latin typeface="+mn-lt"/>
          <a:ea typeface="+mn-ea"/>
          <a:cs typeface="+mn-cs"/>
          <a:sym typeface="Trebuchet MS"/>
        </a:defRPr>
      </a:lvl4pPr>
      <a:lvl5pPr marL="0" marR="0" indent="1828800" algn="r" defTabSz="914400" rtl="0" latinLnBrk="0">
        <a:lnSpc>
          <a:spcPct val="100000"/>
        </a:lnSpc>
        <a:spcBef>
          <a:spcPts val="0"/>
        </a:spcBef>
        <a:spcAft>
          <a:spcPts val="0"/>
        </a:spcAft>
        <a:buClrTx/>
        <a:buSzTx/>
        <a:buFontTx/>
        <a:buNone/>
        <a:tabLst/>
        <a:defRPr b="0" baseline="0" cap="none" i="0" spc="0" strike="noStrike" sz="1100" u="none">
          <a:solidFill>
            <a:schemeClr val="tx1"/>
          </a:solidFill>
          <a:uFillTx/>
          <a:latin typeface="+mn-lt"/>
          <a:ea typeface="+mn-ea"/>
          <a:cs typeface="+mn-cs"/>
          <a:sym typeface="Trebuchet MS"/>
        </a:defRPr>
      </a:lvl5pPr>
      <a:lvl6pPr marL="0" marR="0" indent="2286000" algn="r" defTabSz="914400" rtl="0" latinLnBrk="0">
        <a:lnSpc>
          <a:spcPct val="100000"/>
        </a:lnSpc>
        <a:spcBef>
          <a:spcPts val="0"/>
        </a:spcBef>
        <a:spcAft>
          <a:spcPts val="0"/>
        </a:spcAft>
        <a:buClrTx/>
        <a:buSzTx/>
        <a:buFontTx/>
        <a:buNone/>
        <a:tabLst/>
        <a:defRPr b="0" baseline="0" cap="none" i="0" spc="0" strike="noStrike" sz="1100" u="none">
          <a:solidFill>
            <a:schemeClr val="tx1"/>
          </a:solidFill>
          <a:uFillTx/>
          <a:latin typeface="+mn-lt"/>
          <a:ea typeface="+mn-ea"/>
          <a:cs typeface="+mn-cs"/>
          <a:sym typeface="Trebuchet MS"/>
        </a:defRPr>
      </a:lvl6pPr>
      <a:lvl7pPr marL="0" marR="0" indent="2743200" algn="r" defTabSz="914400" rtl="0" latinLnBrk="0">
        <a:lnSpc>
          <a:spcPct val="100000"/>
        </a:lnSpc>
        <a:spcBef>
          <a:spcPts val="0"/>
        </a:spcBef>
        <a:spcAft>
          <a:spcPts val="0"/>
        </a:spcAft>
        <a:buClrTx/>
        <a:buSzTx/>
        <a:buFontTx/>
        <a:buNone/>
        <a:tabLst/>
        <a:defRPr b="0" baseline="0" cap="none" i="0" spc="0" strike="noStrike" sz="1100" u="none">
          <a:solidFill>
            <a:schemeClr val="tx1"/>
          </a:solidFill>
          <a:uFillTx/>
          <a:latin typeface="+mn-lt"/>
          <a:ea typeface="+mn-ea"/>
          <a:cs typeface="+mn-cs"/>
          <a:sym typeface="Trebuchet MS"/>
        </a:defRPr>
      </a:lvl7pPr>
      <a:lvl8pPr marL="0" marR="0" indent="3200400" algn="r" defTabSz="914400" rtl="0" latinLnBrk="0">
        <a:lnSpc>
          <a:spcPct val="100000"/>
        </a:lnSpc>
        <a:spcBef>
          <a:spcPts val="0"/>
        </a:spcBef>
        <a:spcAft>
          <a:spcPts val="0"/>
        </a:spcAft>
        <a:buClrTx/>
        <a:buSzTx/>
        <a:buFontTx/>
        <a:buNone/>
        <a:tabLst/>
        <a:defRPr b="0" baseline="0" cap="none" i="0" spc="0" strike="noStrike" sz="1100" u="none">
          <a:solidFill>
            <a:schemeClr val="tx1"/>
          </a:solidFill>
          <a:uFillTx/>
          <a:latin typeface="+mn-lt"/>
          <a:ea typeface="+mn-ea"/>
          <a:cs typeface="+mn-cs"/>
          <a:sym typeface="Trebuchet MS"/>
        </a:defRPr>
      </a:lvl8pPr>
      <a:lvl9pPr marL="0" marR="0" indent="3657600" algn="r" defTabSz="914400" rtl="0" latinLnBrk="0">
        <a:lnSpc>
          <a:spcPct val="100000"/>
        </a:lnSpc>
        <a:spcBef>
          <a:spcPts val="0"/>
        </a:spcBef>
        <a:spcAft>
          <a:spcPts val="0"/>
        </a:spcAft>
        <a:buClrTx/>
        <a:buSzTx/>
        <a:buFontTx/>
        <a:buNone/>
        <a:tabLst/>
        <a:defRPr b="0" baseline="0" cap="none" i="0" spc="0" strike="noStrike" sz="1100" u="none">
          <a:solidFill>
            <a:schemeClr val="tx1"/>
          </a:solidFill>
          <a:uFillTx/>
          <a:latin typeface="+mn-lt"/>
          <a:ea typeface="+mn-ea"/>
          <a:cs typeface="+mn-cs"/>
          <a:sym typeface="Trebuchet MS"/>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jpeg"/></Relationships>

</file>

<file path=ppt/slides/_rels/slide2.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png"/><Relationship Id="rId3" Type="http://schemas.openxmlformats.org/officeDocument/2006/relationships/image" Target="../media/image1.jpeg"/></Relationships>

</file>

<file path=ppt/slides/_rels/slide3.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jpeg"/><Relationship Id="rId3" Type="http://schemas.openxmlformats.org/officeDocument/2006/relationships/image" Target="../media/image2.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3.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2.png"/><Relationship Id="rId3" Type="http://schemas.openxmlformats.org/officeDocument/2006/relationships/image" Target="../media/image4.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jpeg"/><Relationship Id="rId3" Type="http://schemas.openxmlformats.org/officeDocument/2006/relationships/image" Target="../media/image5.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6.png"/><Relationship Id="rId3" Type="http://schemas.openxmlformats.org/officeDocument/2006/relationships/image" Target="../media/image7.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jpeg"/><Relationship Id="rId3" Type="http://schemas.openxmlformats.org/officeDocument/2006/relationships/image" Target="../media/image8.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jpeg"/><Relationship Id="rId3" Type="http://schemas.openxmlformats.org/officeDocument/2006/relationships/image" Target="../media/image9.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0.png"/><Relationship Id="rId3" Type="http://schemas.openxmlformats.org/officeDocument/2006/relationships/image" Target="../media/image11.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jpeg"/></Relationships>

</file>

<file path=ppt/slides/_rels/slide12.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jpeg"/></Relationships>

</file>

<file path=ppt/slides/_rels/slide13.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jpeg"/><Relationship Id="rId3" Type="http://schemas.openxmlformats.org/officeDocument/2006/relationships/image" Target="../media/image12.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7" name="Slide Number Placeholder 5"/>
          <p:cNvSpPr txBox="1"/>
          <p:nvPr>
            <p:ph type="sldNum" sz="quarter" idx="2"/>
          </p:nvPr>
        </p:nvSpPr>
        <p:spPr>
          <a:xfrm>
            <a:off x="11371137" y="6439548"/>
            <a:ext cx="177401" cy="2438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48" name="Text Placeholder 1"/>
          <p:cNvSpPr txBox="1"/>
          <p:nvPr>
            <p:ph type="body" sz="quarter" idx="1"/>
          </p:nvPr>
        </p:nvSpPr>
        <p:spPr>
          <a:xfrm>
            <a:off x="999905" y="3501326"/>
            <a:ext cx="3400090" cy="861498"/>
          </a:xfrm>
          <a:prstGeom prst="rect">
            <a:avLst/>
          </a:prstGeom>
        </p:spPr>
        <p:txBody>
          <a:bodyPr/>
          <a:lstStyle/>
          <a:p>
            <a:pPr algn="r"/>
            <a:r>
              <a:t>[Loudiya Vikas]</a:t>
            </a:r>
          </a:p>
          <a:p>
            <a:pPr algn="r"/>
            <a:r>
              <a:t>University of Hyderabad</a:t>
            </a:r>
          </a:p>
        </p:txBody>
      </p:sp>
      <p:sp>
        <p:nvSpPr>
          <p:cNvPr id="249" name="Title 3"/>
          <p:cNvSpPr txBox="1"/>
          <p:nvPr>
            <p:ph type="title"/>
          </p:nvPr>
        </p:nvSpPr>
        <p:spPr>
          <a:xfrm>
            <a:off x="639740" y="2562410"/>
            <a:ext cx="4998722" cy="743449"/>
          </a:xfrm>
          <a:prstGeom prst="rect">
            <a:avLst/>
          </a:prstGeom>
        </p:spPr>
        <p:txBody>
          <a:bodyPr/>
          <a:lstStyle>
            <a:lvl1pPr defTabSz="370331">
              <a:defRPr sz="2268"/>
            </a:lvl1pPr>
          </a:lstStyle>
          <a:p>
            <a:pPr/>
            <a:r>
              <a:t>Project Title - Seasonal Agriculture Performance Analysis</a:t>
            </a:r>
          </a:p>
        </p:txBody>
      </p:sp>
      <p:pic>
        <p:nvPicPr>
          <p:cNvPr id="250" name="Picture 5" descr="Picture 5"/>
          <p:cNvPicPr>
            <a:picLocks noChangeAspect="1"/>
          </p:cNvPicPr>
          <p:nvPr/>
        </p:nvPicPr>
        <p:blipFill>
          <a:blip r:embed="rId2">
            <a:extLst/>
          </a:blip>
          <a:srcRect l="0" t="96181" r="0" b="0"/>
          <a:stretch>
            <a:fillRect/>
          </a:stretch>
        </p:blipFill>
        <p:spPr>
          <a:xfrm>
            <a:off x="675956" y="6471920"/>
            <a:ext cx="2143126" cy="193041"/>
          </a:xfrm>
          <a:prstGeom prst="rect">
            <a:avLst/>
          </a:prstGeom>
          <a:ln w="12700">
            <a:miter lim="400000"/>
          </a:ln>
        </p:spPr>
      </p:pic>
      <p:sp>
        <p:nvSpPr>
          <p:cNvPr id="251" name="TextBox 2"/>
          <p:cNvSpPr txBox="1"/>
          <p:nvPr/>
        </p:nvSpPr>
        <p:spPr>
          <a:xfrm>
            <a:off x="1003125" y="4576469"/>
            <a:ext cx="4999602" cy="3581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r>
              <a:t>AICTE STU ID : (STU65b702dae1cca1706492634)</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1" presetID="2" grpId="1" fill="hold">
                                  <p:stCondLst>
                                    <p:cond delay="0"/>
                                  </p:stCondLst>
                                  <p:iterate type="el" backwards="0">
                                    <p:tmAbs val="0"/>
                                  </p:iterate>
                                  <p:childTnLst>
                                    <p:set>
                                      <p:cBhvr>
                                        <p:cTn id="6" fill="hold"/>
                                        <p:tgtEl>
                                          <p:spTgt spid="249"/>
                                        </p:tgtEl>
                                        <p:attrNameLst>
                                          <p:attrName>style.visibility</p:attrName>
                                        </p:attrNameLst>
                                      </p:cBhvr>
                                      <p:to>
                                        <p:strVal val="visible"/>
                                      </p:to>
                                    </p:set>
                                    <p:anim calcmode="lin" valueType="num">
                                      <p:cBhvr>
                                        <p:cTn id="7" dur="1822" fill="hold"/>
                                        <p:tgtEl>
                                          <p:spTgt spid="249"/>
                                        </p:tgtEl>
                                        <p:attrNameLst>
                                          <p:attrName>ppt_x</p:attrName>
                                        </p:attrNameLst>
                                      </p:cBhvr>
                                      <p:tavLst>
                                        <p:tav tm="0">
                                          <p:val>
                                            <p:strVal val="#ppt_x"/>
                                          </p:val>
                                        </p:tav>
                                        <p:tav tm="100000">
                                          <p:val>
                                            <p:strVal val="#ppt_x"/>
                                          </p:val>
                                        </p:tav>
                                      </p:tavLst>
                                    </p:anim>
                                    <p:anim calcmode="lin" valueType="num">
                                      <p:cBhvr>
                                        <p:cTn id="8" dur="1822" fill="hold"/>
                                        <p:tgtEl>
                                          <p:spTgt spid="249"/>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ID="10" grpId="2" fill="hold">
                                  <p:stCondLst>
                                    <p:cond delay="0"/>
                                  </p:stCondLst>
                                  <p:iterate type="el" backwards="0">
                                    <p:tmAbs val="0"/>
                                  </p:iterate>
                                  <p:childTnLst>
                                    <p:set>
                                      <p:cBhvr>
                                        <p:cTn id="12" fill="hold"/>
                                        <p:tgtEl>
                                          <p:spTgt spid="248">
                                            <p:bg/>
                                          </p:spTgt>
                                        </p:tgtEl>
                                        <p:attrNameLst>
                                          <p:attrName>style.visibility</p:attrName>
                                        </p:attrNameLst>
                                      </p:cBhvr>
                                      <p:to>
                                        <p:strVal val="visible"/>
                                      </p:to>
                                    </p:set>
                                    <p:animEffect filter="fade" transition="in">
                                      <p:cBhvr>
                                        <p:cTn id="13" dur="500"/>
                                        <p:tgtEl>
                                          <p:spTgt spid="248">
                                            <p:bg/>
                                          </p:spTgt>
                                        </p:tgtEl>
                                      </p:cBhvr>
                                    </p:animEffect>
                                  </p:childTnLst>
                                </p:cTn>
                              </p:par>
                              <p:par>
                                <p:cTn id="14" presetClass="entr" nodeType="withEffect" presetSubtype="0" presetID="10" grpId="2" fill="hold">
                                  <p:stCondLst>
                                    <p:cond delay="0"/>
                                  </p:stCondLst>
                                  <p:iterate type="el" backwards="0">
                                    <p:tmAbs val="0"/>
                                  </p:iterate>
                                  <p:childTnLst>
                                    <p:set>
                                      <p:cBhvr>
                                        <p:cTn id="15" fill="hold"/>
                                        <p:tgtEl>
                                          <p:spTgt spid="248">
                                            <p:txEl>
                                              <p:pRg st="0" end="0"/>
                                            </p:txEl>
                                          </p:spTgt>
                                        </p:tgtEl>
                                        <p:attrNameLst>
                                          <p:attrName>style.visibility</p:attrName>
                                        </p:attrNameLst>
                                      </p:cBhvr>
                                      <p:to>
                                        <p:strVal val="visible"/>
                                      </p:to>
                                    </p:set>
                                    <p:animEffect filter="fade" transition="in">
                                      <p:cBhvr>
                                        <p:cTn id="16" dur="500"/>
                                        <p:tgtEl>
                                          <p:spTgt spid="248">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2" fill="hold">
                                  <p:stCondLst>
                                    <p:cond delay="0"/>
                                  </p:stCondLst>
                                  <p:iterate type="el" backwards="0">
                                    <p:tmAbs val="0"/>
                                  </p:iterate>
                                  <p:childTnLst>
                                    <p:set>
                                      <p:cBhvr>
                                        <p:cTn id="20" fill="hold"/>
                                        <p:tgtEl>
                                          <p:spTgt spid="248">
                                            <p:txEl>
                                              <p:pRg st="1" end="1"/>
                                            </p:txEl>
                                          </p:spTgt>
                                        </p:tgtEl>
                                        <p:attrNameLst>
                                          <p:attrName>style.visibility</p:attrName>
                                        </p:attrNameLst>
                                      </p:cBhvr>
                                      <p:to>
                                        <p:strVal val="visible"/>
                                      </p:to>
                                    </p:set>
                                    <p:animEffect filter="fade" transition="in">
                                      <p:cBhvr>
                                        <p:cTn id="21" dur="500"/>
                                        <p:tgtEl>
                                          <p:spTgt spid="248">
                                            <p:txEl>
                                              <p:pRg st="1" end="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p" bldLvl="5" animBg="1" rev="0" advAuto="0" spid="248" grpId="2"/>
      <p:bldP build="whole" bldLvl="1" animBg="1" rev="0" advAuto="0" spid="249" grpId="1"/>
    </p:bldLst>
  </p:timing>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3" name="Slide Number Placeholder 5"/>
          <p:cNvSpPr txBox="1"/>
          <p:nvPr>
            <p:ph type="sldNum" sz="quarter" idx="2"/>
          </p:nvPr>
        </p:nvSpPr>
        <p:spPr>
          <a:xfrm>
            <a:off x="11371137" y="6439548"/>
            <a:ext cx="177401" cy="2438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54" name="Text Placeholder 1"/>
          <p:cNvSpPr txBox="1"/>
          <p:nvPr>
            <p:ph type="body" sz="quarter" idx="1"/>
          </p:nvPr>
        </p:nvSpPr>
        <p:spPr>
          <a:xfrm>
            <a:off x="1046480" y="1875555"/>
            <a:ext cx="4673128" cy="2921726"/>
          </a:xfrm>
          <a:prstGeom prst="rect">
            <a:avLst/>
          </a:prstGeom>
        </p:spPr>
        <p:txBody>
          <a:bodyPr/>
          <a:lstStyle>
            <a:lvl1pPr>
              <a:lnSpc>
                <a:spcPct val="80000"/>
              </a:lnSpc>
              <a:defRPr sz="1400"/>
            </a:lvl1pPr>
          </a:lstStyle>
          <a:p>
            <a:pPr/>
            <a:r>
              <a:t>Agricultural performance varies across seasons because of environmental conditions, farming practices, resource availability and market conditions. The project analyzes the agricultural dataset to identify seasonal differences in yield, production, profitability and resource use, and to uncover meaningful patterns, trends and relationships.</a:t>
            </a:r>
          </a:p>
        </p:txBody>
      </p:sp>
      <p:sp>
        <p:nvSpPr>
          <p:cNvPr id="255" name="Title 3"/>
          <p:cNvSpPr txBox="1"/>
          <p:nvPr>
            <p:ph type="title"/>
          </p:nvPr>
        </p:nvSpPr>
        <p:spPr>
          <a:xfrm>
            <a:off x="754602" y="550416"/>
            <a:ext cx="6995605" cy="790112"/>
          </a:xfrm>
          <a:prstGeom prst="rect">
            <a:avLst/>
          </a:prstGeom>
        </p:spPr>
        <p:txBody>
          <a:bodyPr/>
          <a:lstStyle>
            <a:lvl1pPr>
              <a:defRPr sz="4300"/>
            </a:lvl1pPr>
          </a:lstStyle>
          <a:p>
            <a:pPr/>
            <a:r>
              <a:t>PROBLEM  STATEMENT</a:t>
            </a:r>
          </a:p>
        </p:txBody>
      </p:sp>
      <p:pic>
        <p:nvPicPr>
          <p:cNvPr id="256" name="Picture 4" descr="Picture 4"/>
          <p:cNvPicPr>
            <a:picLocks noChangeAspect="1"/>
          </p:cNvPicPr>
          <p:nvPr/>
        </p:nvPicPr>
        <p:blipFill>
          <a:blip r:embed="rId2">
            <a:extLst/>
          </a:blip>
          <a:stretch>
            <a:fillRect/>
          </a:stretch>
        </p:blipFill>
        <p:spPr>
          <a:xfrm>
            <a:off x="7995684" y="2930834"/>
            <a:ext cx="2760759" cy="3264409"/>
          </a:xfrm>
          <a:prstGeom prst="rect">
            <a:avLst/>
          </a:prstGeom>
          <a:ln w="12700">
            <a:miter lim="400000"/>
          </a:ln>
        </p:spPr>
      </p:pic>
      <p:pic>
        <p:nvPicPr>
          <p:cNvPr id="257" name="Picture 5" descr="Picture 5"/>
          <p:cNvPicPr>
            <a:picLocks noChangeAspect="1"/>
          </p:cNvPicPr>
          <p:nvPr/>
        </p:nvPicPr>
        <p:blipFill>
          <a:blip r:embed="rId3">
            <a:extLst/>
          </a:blip>
          <a:srcRect l="0" t="96181" r="0" b="0"/>
          <a:stretch>
            <a:fillRect/>
          </a:stretch>
        </p:blipFill>
        <p:spPr>
          <a:xfrm>
            <a:off x="675956" y="6471920"/>
            <a:ext cx="2143126" cy="193041"/>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16" presetID="23" grpId="1" fill="hold">
                                  <p:stCondLst>
                                    <p:cond delay="0"/>
                                  </p:stCondLst>
                                  <p:iterate type="el" backwards="0">
                                    <p:tmAbs val="0"/>
                                  </p:iterate>
                                  <p:childTnLst>
                                    <p:set>
                                      <p:cBhvr>
                                        <p:cTn id="6" fill="hold"/>
                                        <p:tgtEl>
                                          <p:spTgt spid="255"/>
                                        </p:tgtEl>
                                        <p:attrNameLst>
                                          <p:attrName>style.visibility</p:attrName>
                                        </p:attrNameLst>
                                      </p:cBhvr>
                                      <p:to>
                                        <p:strVal val="visible"/>
                                      </p:to>
                                    </p:set>
                                    <p:anim calcmode="lin" valueType="num">
                                      <p:cBhvr>
                                        <p:cTn id="7" dur="500" fill="hold"/>
                                        <p:tgtEl>
                                          <p:spTgt spid="255"/>
                                        </p:tgtEl>
                                        <p:attrNameLst>
                                          <p:attrName>ppt_w</p:attrName>
                                        </p:attrNameLst>
                                      </p:cBhvr>
                                      <p:tavLst>
                                        <p:tav tm="0">
                                          <p:val>
                                            <p:fltVal val="0"/>
                                          </p:val>
                                        </p:tav>
                                        <p:tav tm="100000">
                                          <p:val>
                                            <p:strVal val="#ppt_w"/>
                                          </p:val>
                                        </p:tav>
                                      </p:tavLst>
                                    </p:anim>
                                    <p:anim calcmode="lin" valueType="num">
                                      <p:cBhvr>
                                        <p:cTn id="8" dur="500" fill="hold"/>
                                        <p:tgtEl>
                                          <p:spTgt spid="255"/>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4" presetID="2" grpId="2" fill="hold">
                                  <p:stCondLst>
                                    <p:cond delay="0"/>
                                  </p:stCondLst>
                                  <p:iterate type="el" backwards="0">
                                    <p:tmAbs val="0"/>
                                  </p:iterate>
                                  <p:childTnLst>
                                    <p:set>
                                      <p:cBhvr>
                                        <p:cTn id="12" fill="hold"/>
                                        <p:tgtEl>
                                          <p:spTgt spid="254">
                                            <p:bg/>
                                          </p:spTgt>
                                        </p:tgtEl>
                                        <p:attrNameLst>
                                          <p:attrName>style.visibility</p:attrName>
                                        </p:attrNameLst>
                                      </p:cBhvr>
                                      <p:to>
                                        <p:strVal val="visible"/>
                                      </p:to>
                                    </p:set>
                                    <p:anim calcmode="lin" valueType="num">
                                      <p:cBhvr>
                                        <p:cTn id="13" dur="1000" fill="hold"/>
                                        <p:tgtEl>
                                          <p:spTgt spid="254">
                                            <p:bg/>
                                          </p:spTgt>
                                        </p:tgtEl>
                                        <p:attrNameLst>
                                          <p:attrName>ppt_x</p:attrName>
                                        </p:attrNameLst>
                                      </p:cBhvr>
                                      <p:tavLst>
                                        <p:tav tm="0">
                                          <p:val>
                                            <p:strVal val="#ppt_x"/>
                                          </p:val>
                                        </p:tav>
                                        <p:tav tm="100000">
                                          <p:val>
                                            <p:strVal val="#ppt_x"/>
                                          </p:val>
                                        </p:tav>
                                      </p:tavLst>
                                    </p:anim>
                                    <p:anim calcmode="lin" valueType="num">
                                      <p:cBhvr>
                                        <p:cTn id="14" dur="1000" fill="hold"/>
                                        <p:tgtEl>
                                          <p:spTgt spid="254">
                                            <p:bg/>
                                          </p:spTgt>
                                        </p:tgtEl>
                                        <p:attrNameLst>
                                          <p:attrName>ppt_y</p:attrName>
                                        </p:attrNameLst>
                                      </p:cBhvr>
                                      <p:tavLst>
                                        <p:tav tm="0">
                                          <p:val>
                                            <p:strVal val="1+#ppt_h/2"/>
                                          </p:val>
                                        </p:tav>
                                        <p:tav tm="100000">
                                          <p:val>
                                            <p:strVal val="#ppt_y"/>
                                          </p:val>
                                        </p:tav>
                                      </p:tavLst>
                                    </p:anim>
                                  </p:childTnLst>
                                </p:cTn>
                              </p:par>
                              <p:par>
                                <p:cTn id="15" presetClass="entr" nodeType="withEffect" presetSubtype="4" presetID="2" grpId="2" fill="hold">
                                  <p:stCondLst>
                                    <p:cond delay="0"/>
                                  </p:stCondLst>
                                  <p:iterate type="el" backwards="0">
                                    <p:tmAbs val="0"/>
                                  </p:iterate>
                                  <p:childTnLst>
                                    <p:set>
                                      <p:cBhvr>
                                        <p:cTn id="16" fill="hold"/>
                                        <p:tgtEl>
                                          <p:spTgt spid="254">
                                            <p:txEl>
                                              <p:pRg st="0" end="0"/>
                                            </p:txEl>
                                          </p:spTgt>
                                        </p:tgtEl>
                                        <p:attrNameLst>
                                          <p:attrName>style.visibility</p:attrName>
                                        </p:attrNameLst>
                                      </p:cBhvr>
                                      <p:to>
                                        <p:strVal val="visible"/>
                                      </p:to>
                                    </p:set>
                                    <p:anim calcmode="lin" valueType="num">
                                      <p:cBhvr>
                                        <p:cTn id="17" dur="1000" fill="hold"/>
                                        <p:tgtEl>
                                          <p:spTgt spid="254">
                                            <p:txEl>
                                              <p:pRg st="0" end="0"/>
                                            </p:txEl>
                                          </p:spTgt>
                                        </p:tgtEl>
                                        <p:attrNameLst>
                                          <p:attrName>ppt_x</p:attrName>
                                        </p:attrNameLst>
                                      </p:cBhvr>
                                      <p:tavLst>
                                        <p:tav tm="0">
                                          <p:val>
                                            <p:strVal val="#ppt_x"/>
                                          </p:val>
                                        </p:tav>
                                        <p:tav tm="100000">
                                          <p:val>
                                            <p:strVal val="#ppt_x"/>
                                          </p:val>
                                        </p:tav>
                                      </p:tavLst>
                                    </p:anim>
                                    <p:anim calcmode="lin" valueType="num">
                                      <p:cBhvr>
                                        <p:cTn id="18" dur="1000" fill="hold"/>
                                        <p:tgtEl>
                                          <p:spTgt spid="25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p" bldLvl="1" animBg="1" rev="0" advAuto="0" spid="254" grpId="2"/>
      <p:bldP build="whole" bldLvl="1" animBg="1" rev="0" advAuto="0" spid="255" grpId="1"/>
    </p:bld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F2F2"/>
        </a:solidFill>
      </p:bgPr>
    </p:bg>
    <p:spTree>
      <p:nvGrpSpPr>
        <p:cNvPr id="1" name=""/>
        <p:cNvGrpSpPr/>
        <p:nvPr/>
      </p:nvGrpSpPr>
      <p:grpSpPr>
        <a:xfrm>
          <a:off x="0" y="0"/>
          <a:ext cx="0" cy="0"/>
          <a:chOff x="0" y="0"/>
          <a:chExt cx="0" cy="0"/>
        </a:xfrm>
      </p:grpSpPr>
      <p:sp>
        <p:nvSpPr>
          <p:cNvPr id="259" name="Slide Number Placeholder 5"/>
          <p:cNvSpPr txBox="1"/>
          <p:nvPr>
            <p:ph type="sldNum" sz="quarter" idx="2"/>
          </p:nvPr>
        </p:nvSpPr>
        <p:spPr>
          <a:xfrm>
            <a:off x="11371137" y="6439548"/>
            <a:ext cx="177401" cy="2438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60" name="Title 2"/>
          <p:cNvSpPr txBox="1"/>
          <p:nvPr>
            <p:ph type="title"/>
          </p:nvPr>
        </p:nvSpPr>
        <p:spPr>
          <a:xfrm>
            <a:off x="505906" y="1217191"/>
            <a:ext cx="7788393" cy="3407023"/>
          </a:xfrm>
          <a:prstGeom prst="rect">
            <a:avLst/>
          </a:prstGeom>
        </p:spPr>
        <p:txBody>
          <a:bodyPr lIns="25400" tIns="25400" rIns="25400" bIns="25400"/>
          <a:lstStyle/>
          <a:p>
            <a:pPr>
              <a:spcBef>
                <a:spcPts val="400"/>
              </a:spcBef>
              <a:defRPr b="0" sz="1500">
                <a:latin typeface="Arial"/>
                <a:ea typeface="Arial"/>
                <a:cs typeface="Arial"/>
                <a:sym typeface="Arial"/>
              </a:defRPr>
            </a:pPr>
            <a:r>
              <a:t>The project analyzes 4,000 farm-level records with 28 variables covering location, crop, season, yield, production, profit, rainfall, temperature, water usage and irrigation.</a:t>
            </a:r>
          </a:p>
          <a:p>
            <a:pPr>
              <a:spcBef>
                <a:spcPts val="400"/>
              </a:spcBef>
              <a:defRPr b="0" sz="1500">
                <a:latin typeface="Arial"/>
                <a:ea typeface="Arial"/>
                <a:cs typeface="Arial"/>
                <a:sym typeface="Arial"/>
              </a:defRPr>
            </a:pPr>
          </a:p>
          <a:p>
            <a:pPr>
              <a:spcBef>
                <a:spcPts val="400"/>
              </a:spcBef>
              <a:defRPr b="0" sz="1500">
                <a:latin typeface="Arial"/>
                <a:ea typeface="Arial"/>
                <a:cs typeface="Arial"/>
                <a:sym typeface="Arial"/>
              </a:defRPr>
            </a:pPr>
            <a:r>
              <a:t>The analysis includes data cleaning and quality checks, descriptive statistics, crop- and season-wise comparisons, correlation analysis and irrigation performance analysis.</a:t>
            </a:r>
          </a:p>
          <a:p>
            <a:pPr>
              <a:spcBef>
                <a:spcPts val="400"/>
              </a:spcBef>
              <a:defRPr b="0" sz="1500">
                <a:latin typeface="Arial"/>
                <a:ea typeface="Arial"/>
                <a:cs typeface="Arial"/>
                <a:sym typeface="Arial"/>
              </a:defRPr>
            </a:pPr>
          </a:p>
          <a:p>
            <a:pPr>
              <a:spcBef>
                <a:spcPts val="400"/>
              </a:spcBef>
              <a:defRPr b="0" sz="1500">
                <a:latin typeface="Arial"/>
                <a:ea typeface="Arial"/>
                <a:cs typeface="Arial"/>
                <a:sym typeface="Arial"/>
              </a:defRPr>
            </a:pPr>
            <a:r>
              <a:t>Key findings: Kharif has the highest activity and production; Zaid has lower profitability and higher average water usage. Sugarcane and Chilli are the most profitable crops, while drip irrigation shows the highest average profit.</a:t>
            </a:r>
          </a:p>
        </p:txBody>
      </p:sp>
      <p:pic>
        <p:nvPicPr>
          <p:cNvPr id="261" name="Picture 4" descr="Picture 4"/>
          <p:cNvPicPr>
            <a:picLocks noChangeAspect="1"/>
          </p:cNvPicPr>
          <p:nvPr/>
        </p:nvPicPr>
        <p:blipFill>
          <a:blip r:embed="rId2">
            <a:extLst/>
          </a:blip>
          <a:srcRect l="0" t="96181" r="0" b="0"/>
          <a:stretch>
            <a:fillRect/>
          </a:stretch>
        </p:blipFill>
        <p:spPr>
          <a:xfrm>
            <a:off x="675956" y="6471920"/>
            <a:ext cx="2143126" cy="193041"/>
          </a:xfrm>
          <a:prstGeom prst="rect">
            <a:avLst/>
          </a:prstGeom>
          <a:ln w="12700">
            <a:miter lim="400000"/>
          </a:ln>
        </p:spPr>
      </p:pic>
      <p:pic>
        <p:nvPicPr>
          <p:cNvPr id="262" name="Picture 5" descr="Picture 5"/>
          <p:cNvPicPr>
            <a:picLocks noChangeAspect="1"/>
          </p:cNvPicPr>
          <p:nvPr/>
        </p:nvPicPr>
        <p:blipFill>
          <a:blip r:embed="rId3">
            <a:extLst/>
          </a:blip>
          <a:stretch>
            <a:fillRect/>
          </a:stretch>
        </p:blipFill>
        <p:spPr>
          <a:xfrm>
            <a:off x="467359" y="6410461"/>
            <a:ext cx="3706253" cy="296093"/>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16" presetID="23" grpId="1" fill="hold">
                                  <p:stCondLst>
                                    <p:cond delay="0"/>
                                  </p:stCondLst>
                                  <p:iterate type="el" backwards="0">
                                    <p:tmAbs val="0"/>
                                  </p:iterate>
                                  <p:childTnLst>
                                    <p:set>
                                      <p:cBhvr>
                                        <p:cTn id="6" fill="hold"/>
                                        <p:tgtEl>
                                          <p:spTgt spid="260"/>
                                        </p:tgtEl>
                                        <p:attrNameLst>
                                          <p:attrName>style.visibility</p:attrName>
                                        </p:attrNameLst>
                                      </p:cBhvr>
                                      <p:to>
                                        <p:strVal val="visible"/>
                                      </p:to>
                                    </p:set>
                                    <p:anim calcmode="lin" valueType="num">
                                      <p:cBhvr>
                                        <p:cTn id="7" dur="500" fill="hold"/>
                                        <p:tgtEl>
                                          <p:spTgt spid="260"/>
                                        </p:tgtEl>
                                        <p:attrNameLst>
                                          <p:attrName>ppt_w</p:attrName>
                                        </p:attrNameLst>
                                      </p:cBhvr>
                                      <p:tavLst>
                                        <p:tav tm="0">
                                          <p:val>
                                            <p:fltVal val="0"/>
                                          </p:val>
                                        </p:tav>
                                        <p:tav tm="100000">
                                          <p:val>
                                            <p:strVal val="#ppt_w"/>
                                          </p:val>
                                        </p:tav>
                                      </p:tavLst>
                                    </p:anim>
                                    <p:anim calcmode="lin" valueType="num">
                                      <p:cBhvr>
                                        <p:cTn id="8" dur="500" fill="hold"/>
                                        <p:tgtEl>
                                          <p:spTgt spid="26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60" grpId="1"/>
    </p:bld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4" name="Slide Number Placeholder 5"/>
          <p:cNvSpPr txBox="1"/>
          <p:nvPr>
            <p:ph type="sldNum" sz="quarter" idx="2"/>
          </p:nvPr>
        </p:nvSpPr>
        <p:spPr>
          <a:xfrm>
            <a:off x="11371137" y="6439548"/>
            <a:ext cx="177401" cy="2438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65" name="Title 3"/>
          <p:cNvSpPr txBox="1"/>
          <p:nvPr>
            <p:ph type="title"/>
          </p:nvPr>
        </p:nvSpPr>
        <p:spPr>
          <a:xfrm>
            <a:off x="620007" y="876617"/>
            <a:ext cx="10046072" cy="802642"/>
          </a:xfrm>
          <a:prstGeom prst="rect">
            <a:avLst/>
          </a:prstGeom>
        </p:spPr>
        <p:txBody>
          <a:bodyPr/>
          <a:lstStyle>
            <a:lvl1pPr>
              <a:defRPr sz="3200"/>
            </a:lvl1pPr>
          </a:lstStyle>
          <a:p>
            <a:pPr/>
            <a:r>
              <a:t>WHO ARE THE END USERS?</a:t>
            </a:r>
          </a:p>
        </p:txBody>
      </p:sp>
      <p:pic>
        <p:nvPicPr>
          <p:cNvPr id="266" name="Picture 5" descr="Picture 5"/>
          <p:cNvPicPr>
            <a:picLocks noChangeAspect="1"/>
          </p:cNvPicPr>
          <p:nvPr/>
        </p:nvPicPr>
        <p:blipFill>
          <a:blip r:embed="rId2">
            <a:extLst/>
          </a:blip>
          <a:stretch>
            <a:fillRect/>
          </a:stretch>
        </p:blipFill>
        <p:spPr>
          <a:xfrm>
            <a:off x="721359" y="6176803"/>
            <a:ext cx="2181226" cy="485776"/>
          </a:xfrm>
          <a:prstGeom prst="rect">
            <a:avLst/>
          </a:prstGeom>
          <a:ln w="12700">
            <a:miter lim="400000"/>
          </a:ln>
        </p:spPr>
      </p:pic>
      <p:sp>
        <p:nvSpPr>
          <p:cNvPr id="267" name="TextBox 16"/>
          <p:cNvSpPr txBox="1"/>
          <p:nvPr/>
        </p:nvSpPr>
        <p:spPr>
          <a:xfrm>
            <a:off x="868680" y="1828799"/>
            <a:ext cx="9052561" cy="1678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2100">
                <a:latin typeface="Aptos"/>
                <a:ea typeface="Aptos"/>
                <a:cs typeface="Aptos"/>
                <a:sym typeface="Aptos"/>
              </a:defRPr>
            </a:pPr>
            <a:r>
              <a:t>• Farmers – seasonal crop and irrigation decisions</a:t>
            </a:r>
          </a:p>
          <a:p>
            <a:pPr>
              <a:defRPr sz="2100">
                <a:latin typeface="Aptos"/>
                <a:ea typeface="Aptos"/>
                <a:cs typeface="Aptos"/>
                <a:sym typeface="Aptos"/>
              </a:defRPr>
            </a:pPr>
            <a:r>
              <a:t>• Agricultural officers / extension services – targeted support and advisories</a:t>
            </a:r>
          </a:p>
          <a:p>
            <a:pPr>
              <a:defRPr sz="2100">
                <a:latin typeface="Aptos"/>
                <a:ea typeface="Aptos"/>
                <a:cs typeface="Aptos"/>
                <a:sym typeface="Aptos"/>
              </a:defRPr>
            </a:pPr>
            <a:r>
              <a:t>• Agricultural analysts – evidence-based performance comparison</a:t>
            </a:r>
          </a:p>
          <a:p>
            <a:pPr>
              <a:defRPr sz="2100">
                <a:latin typeface="Aptos"/>
                <a:ea typeface="Aptos"/>
                <a:cs typeface="Aptos"/>
                <a:sym typeface="Aptos"/>
              </a:defRPr>
            </a:pPr>
            <a:r>
              <a:t>• Policy makers – resource allocation and seasonal support planning</a:t>
            </a:r>
          </a:p>
          <a:p>
            <a:pPr>
              <a:defRPr sz="2100">
                <a:latin typeface="Aptos"/>
                <a:ea typeface="Aptos"/>
                <a:cs typeface="Aptos"/>
                <a:sym typeface="Aptos"/>
              </a:defRPr>
            </a:pPr>
            <a:r>
              <a:t>• Irrigation planners – water-use efficiency decisions</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16" presetID="23" grpId="1" fill="hold">
                                  <p:stCondLst>
                                    <p:cond delay="0"/>
                                  </p:stCondLst>
                                  <p:iterate type="el" backwards="0">
                                    <p:tmAbs val="0"/>
                                  </p:iterate>
                                  <p:childTnLst>
                                    <p:set>
                                      <p:cBhvr>
                                        <p:cTn id="6" fill="hold"/>
                                        <p:tgtEl>
                                          <p:spTgt spid="265"/>
                                        </p:tgtEl>
                                        <p:attrNameLst>
                                          <p:attrName>style.visibility</p:attrName>
                                        </p:attrNameLst>
                                      </p:cBhvr>
                                      <p:to>
                                        <p:strVal val="visible"/>
                                      </p:to>
                                    </p:set>
                                    <p:anim calcmode="lin" valueType="num">
                                      <p:cBhvr>
                                        <p:cTn id="7" dur="500" fill="hold"/>
                                        <p:tgtEl>
                                          <p:spTgt spid="265"/>
                                        </p:tgtEl>
                                        <p:attrNameLst>
                                          <p:attrName>ppt_w</p:attrName>
                                        </p:attrNameLst>
                                      </p:cBhvr>
                                      <p:tavLst>
                                        <p:tav tm="0">
                                          <p:val>
                                            <p:fltVal val="0"/>
                                          </p:val>
                                        </p:tav>
                                        <p:tav tm="100000">
                                          <p:val>
                                            <p:strVal val="#ppt_w"/>
                                          </p:val>
                                        </p:tav>
                                      </p:tavLst>
                                    </p:anim>
                                    <p:anim calcmode="lin" valueType="num">
                                      <p:cBhvr>
                                        <p:cTn id="8" dur="500" fill="hold"/>
                                        <p:tgtEl>
                                          <p:spTgt spid="26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65" grpId="1"/>
    </p:bld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F2F2"/>
        </a:solidFill>
      </p:bgPr>
    </p:bg>
    <p:spTree>
      <p:nvGrpSpPr>
        <p:cNvPr id="1" name=""/>
        <p:cNvGrpSpPr/>
        <p:nvPr/>
      </p:nvGrpSpPr>
      <p:grpSpPr>
        <a:xfrm>
          <a:off x="0" y="0"/>
          <a:ext cx="0" cy="0"/>
          <a:chOff x="0" y="0"/>
          <a:chExt cx="0" cy="0"/>
        </a:xfrm>
      </p:grpSpPr>
      <p:sp>
        <p:nvSpPr>
          <p:cNvPr id="269" name="Slide Number Placeholder 5"/>
          <p:cNvSpPr txBox="1"/>
          <p:nvPr>
            <p:ph type="sldNum" sz="quarter" idx="2"/>
          </p:nvPr>
        </p:nvSpPr>
        <p:spPr>
          <a:xfrm>
            <a:off x="11371137" y="6439548"/>
            <a:ext cx="177401" cy="2438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70" name="Picture 5" descr="Picture 5"/>
          <p:cNvPicPr>
            <a:picLocks noChangeAspect="1"/>
          </p:cNvPicPr>
          <p:nvPr/>
        </p:nvPicPr>
        <p:blipFill>
          <a:blip r:embed="rId2">
            <a:extLst/>
          </a:blip>
          <a:stretch>
            <a:fillRect/>
          </a:stretch>
        </p:blipFill>
        <p:spPr>
          <a:xfrm>
            <a:off x="467359" y="6410461"/>
            <a:ext cx="3706253" cy="296093"/>
          </a:xfrm>
          <a:prstGeom prst="rect">
            <a:avLst/>
          </a:prstGeom>
          <a:ln w="12700">
            <a:miter lim="400000"/>
          </a:ln>
        </p:spPr>
      </p:pic>
      <p:pic>
        <p:nvPicPr>
          <p:cNvPr id="271" name="Picture 1" descr="Picture 1"/>
          <p:cNvPicPr>
            <a:picLocks noChangeAspect="1"/>
          </p:cNvPicPr>
          <p:nvPr/>
        </p:nvPicPr>
        <p:blipFill>
          <a:blip r:embed="rId3">
            <a:extLst/>
          </a:blip>
          <a:stretch>
            <a:fillRect/>
          </a:stretch>
        </p:blipFill>
        <p:spPr>
          <a:xfrm flipH="1">
            <a:off x="50800" y="3820159"/>
            <a:ext cx="1727200" cy="3010025"/>
          </a:xfrm>
          <a:prstGeom prst="rect">
            <a:avLst/>
          </a:prstGeom>
          <a:ln w="12700">
            <a:miter lim="400000"/>
          </a:ln>
        </p:spPr>
      </p:pic>
      <p:sp>
        <p:nvSpPr>
          <p:cNvPr id="272" name="Title 8"/>
          <p:cNvSpPr txBox="1"/>
          <p:nvPr>
            <p:ph type="title"/>
          </p:nvPr>
        </p:nvSpPr>
        <p:spPr>
          <a:xfrm>
            <a:off x="660398" y="430566"/>
            <a:ext cx="5306293" cy="847817"/>
          </a:xfrm>
          <a:prstGeom prst="rect">
            <a:avLst/>
          </a:prstGeom>
        </p:spPr>
        <p:txBody>
          <a:bodyPr/>
          <a:lstStyle/>
          <a:p>
            <a:pPr/>
            <a:r>
              <a:t>Technology Used</a:t>
            </a:r>
          </a:p>
        </p:txBody>
      </p:sp>
      <p:sp>
        <p:nvSpPr>
          <p:cNvPr id="273" name="TextBox 16"/>
          <p:cNvSpPr txBox="1"/>
          <p:nvPr/>
        </p:nvSpPr>
        <p:spPr>
          <a:xfrm>
            <a:off x="960119" y="1645920"/>
            <a:ext cx="2720733" cy="1996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2500">
                <a:latin typeface="Aptos"/>
                <a:ea typeface="Aptos"/>
                <a:cs typeface="Aptos"/>
                <a:sym typeface="Aptos"/>
              </a:defRPr>
            </a:pPr>
            <a:r>
              <a:t>Python</a:t>
            </a:r>
          </a:p>
          <a:p>
            <a:pPr>
              <a:defRPr b="1" sz="2500">
                <a:latin typeface="Aptos"/>
                <a:ea typeface="Aptos"/>
                <a:cs typeface="Aptos"/>
                <a:sym typeface="Aptos"/>
              </a:defRPr>
            </a:pPr>
            <a:r>
              <a:t>Pandas</a:t>
            </a:r>
          </a:p>
          <a:p>
            <a:pPr>
              <a:defRPr b="1" sz="2500">
                <a:latin typeface="Aptos"/>
                <a:ea typeface="Aptos"/>
                <a:cs typeface="Aptos"/>
                <a:sym typeface="Aptos"/>
              </a:defRPr>
            </a:pPr>
            <a:r>
              <a:t>NumPy</a:t>
            </a:r>
          </a:p>
          <a:p>
            <a:pPr>
              <a:defRPr b="1" sz="2500">
                <a:latin typeface="Aptos"/>
                <a:ea typeface="Aptos"/>
                <a:cs typeface="Aptos"/>
                <a:sym typeface="Aptos"/>
              </a:defRPr>
            </a:pPr>
            <a:r>
              <a:t>Matplotlib</a:t>
            </a:r>
          </a:p>
          <a:p>
            <a:pPr>
              <a:defRPr b="1" sz="2500">
                <a:latin typeface="Aptos"/>
                <a:ea typeface="Aptos"/>
                <a:cs typeface="Aptos"/>
                <a:sym typeface="Aptos"/>
              </a:defRPr>
            </a:pPr>
            <a:r>
              <a:t>Seaborn</a:t>
            </a:r>
          </a:p>
        </p:txBody>
      </p:sp>
      <p:sp>
        <p:nvSpPr>
          <p:cNvPr id="274" name="TextBox 17"/>
          <p:cNvSpPr txBox="1"/>
          <p:nvPr/>
        </p:nvSpPr>
        <p:spPr>
          <a:xfrm>
            <a:off x="3961128" y="1988819"/>
            <a:ext cx="5852161" cy="1310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2000">
                <a:latin typeface="Aptos"/>
                <a:ea typeface="Aptos"/>
                <a:cs typeface="Aptos"/>
                <a:sym typeface="Aptos"/>
              </a:defRPr>
            </a:pPr>
            <a:r>
              <a:t>Data source: seasonal_agriculture_performance_dataset.csv</a:t>
            </a:r>
          </a:p>
          <a:p>
            <a:pPr>
              <a:defRPr sz="2000">
                <a:latin typeface="Aptos"/>
                <a:ea typeface="Aptos"/>
                <a:cs typeface="Aptos"/>
                <a:sym typeface="Aptos"/>
              </a:defRPr>
            </a:pPr>
            <a:r>
              <a:t>Analysis type: Data Analytics (no ML/dashboard required)</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16" presetID="23" grpId="1" fill="hold">
                                  <p:stCondLst>
                                    <p:cond delay="0"/>
                                  </p:stCondLst>
                                  <p:iterate type="el" backwards="0">
                                    <p:tmAbs val="0"/>
                                  </p:iterate>
                                  <p:childTnLst>
                                    <p:set>
                                      <p:cBhvr>
                                        <p:cTn id="6" fill="hold"/>
                                        <p:tgtEl>
                                          <p:spTgt spid="272"/>
                                        </p:tgtEl>
                                        <p:attrNameLst>
                                          <p:attrName>style.visibility</p:attrName>
                                        </p:attrNameLst>
                                      </p:cBhvr>
                                      <p:to>
                                        <p:strVal val="visible"/>
                                      </p:to>
                                    </p:set>
                                    <p:anim calcmode="lin" valueType="num">
                                      <p:cBhvr>
                                        <p:cTn id="7" dur="500" fill="hold"/>
                                        <p:tgtEl>
                                          <p:spTgt spid="272"/>
                                        </p:tgtEl>
                                        <p:attrNameLst>
                                          <p:attrName>ppt_w</p:attrName>
                                        </p:attrNameLst>
                                      </p:cBhvr>
                                      <p:tavLst>
                                        <p:tav tm="0">
                                          <p:val>
                                            <p:fltVal val="0"/>
                                          </p:val>
                                        </p:tav>
                                        <p:tav tm="100000">
                                          <p:val>
                                            <p:strVal val="#ppt_w"/>
                                          </p:val>
                                        </p:tav>
                                      </p:tavLst>
                                    </p:anim>
                                    <p:anim calcmode="lin" valueType="num">
                                      <p:cBhvr>
                                        <p:cTn id="8" dur="500" fill="hold"/>
                                        <p:tgtEl>
                                          <p:spTgt spid="27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72" grpId="1"/>
    </p:bld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6" name="Slide Number Placeholder 5"/>
          <p:cNvSpPr txBox="1"/>
          <p:nvPr>
            <p:ph type="sldNum" sz="quarter" idx="2"/>
          </p:nvPr>
        </p:nvSpPr>
        <p:spPr>
          <a:xfrm>
            <a:off x="11371137" y="6439548"/>
            <a:ext cx="177401" cy="2438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77" name="Picture 4" descr="Picture 4"/>
          <p:cNvPicPr>
            <a:picLocks noChangeAspect="1"/>
          </p:cNvPicPr>
          <p:nvPr/>
        </p:nvPicPr>
        <p:blipFill>
          <a:blip r:embed="rId2">
            <a:extLst/>
          </a:blip>
          <a:srcRect l="0" t="96181" r="0" b="0"/>
          <a:stretch>
            <a:fillRect/>
          </a:stretch>
        </p:blipFill>
        <p:spPr>
          <a:xfrm>
            <a:off x="675956" y="6471920"/>
            <a:ext cx="2143126" cy="193041"/>
          </a:xfrm>
          <a:prstGeom prst="rect">
            <a:avLst/>
          </a:prstGeom>
          <a:ln w="12700">
            <a:miter lim="400000"/>
          </a:ln>
        </p:spPr>
      </p:pic>
      <p:sp>
        <p:nvSpPr>
          <p:cNvPr id="278" name="Title 3"/>
          <p:cNvSpPr txBox="1"/>
          <p:nvPr>
            <p:ph type="title"/>
          </p:nvPr>
        </p:nvSpPr>
        <p:spPr>
          <a:xfrm>
            <a:off x="675956" y="370588"/>
            <a:ext cx="2981644" cy="830999"/>
          </a:xfrm>
          <a:prstGeom prst="rect">
            <a:avLst/>
          </a:prstGeom>
        </p:spPr>
        <p:txBody>
          <a:bodyPr/>
          <a:lstStyle/>
          <a:p>
            <a:pPr/>
            <a:r>
              <a:t>RESULTS </a:t>
            </a:r>
          </a:p>
        </p:txBody>
      </p:sp>
      <p:sp>
        <p:nvSpPr>
          <p:cNvPr id="279" name="TextBox 23"/>
          <p:cNvSpPr txBox="1"/>
          <p:nvPr/>
        </p:nvSpPr>
        <p:spPr>
          <a:xfrm>
            <a:off x="822960" y="1234439"/>
            <a:ext cx="4937761" cy="421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200">
                <a:latin typeface="Aptos"/>
                <a:ea typeface="Aptos"/>
                <a:cs typeface="Aptos"/>
                <a:sym typeface="Aptos"/>
              </a:defRPr>
            </a:lvl1pPr>
          </a:lstStyle>
          <a:p>
            <a:pPr/>
            <a:r>
              <a:t>Dataset &amp; overall findings</a:t>
            </a:r>
          </a:p>
        </p:txBody>
      </p:sp>
      <p:sp>
        <p:nvSpPr>
          <p:cNvPr id="280" name="TextBox 28"/>
          <p:cNvSpPr txBox="1"/>
          <p:nvPr/>
        </p:nvSpPr>
        <p:spPr>
          <a:xfrm>
            <a:off x="947245" y="5064050"/>
            <a:ext cx="9509761" cy="853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1700">
                <a:latin typeface="Aptos"/>
                <a:ea typeface="Aptos"/>
                <a:cs typeface="Aptos"/>
                <a:sym typeface="Aptos"/>
              </a:defRPr>
            </a:pPr>
            <a:r>
              <a:t>Average yield: Kharif 5.64 t/ha • Rabi 5.08 t/ha • Zaid 4.67 t/ha</a:t>
            </a:r>
          </a:p>
          <a:p>
            <a:pPr>
              <a:defRPr sz="1700">
                <a:latin typeface="Aptos"/>
                <a:ea typeface="Aptos"/>
                <a:cs typeface="Aptos"/>
                <a:sym typeface="Aptos"/>
              </a:defRPr>
            </a:pPr>
            <a:r>
              <a:t>Average profit: Kharif ₹178,914.65 • Rabi ₹87,689.47 • Zaid −₹24,804.82</a:t>
            </a:r>
          </a:p>
          <a:p>
            <a:pPr>
              <a:defRPr sz="1700">
                <a:latin typeface="Aptos"/>
                <a:ea typeface="Aptos"/>
                <a:cs typeface="Aptos"/>
                <a:sym typeface="Aptos"/>
              </a:defRPr>
            </a:pPr>
            <a:r>
              <a:t>Highest average water use: Zaid 6,419.89 m³/farm</a:t>
            </a:r>
          </a:p>
        </p:txBody>
      </p:sp>
      <p:pic>
        <p:nvPicPr>
          <p:cNvPr id="281" name="Screenshot 2026-09-08 at 5.59.16 PM.png" descr="Screenshot 2026-09-08 at 5.59.16 PM.png"/>
          <p:cNvPicPr>
            <a:picLocks noChangeAspect="1"/>
          </p:cNvPicPr>
          <p:nvPr/>
        </p:nvPicPr>
        <p:blipFill>
          <a:blip r:embed="rId3">
            <a:extLst/>
          </a:blip>
          <a:stretch>
            <a:fillRect/>
          </a:stretch>
        </p:blipFill>
        <p:spPr>
          <a:xfrm>
            <a:off x="928317" y="1824897"/>
            <a:ext cx="6240562" cy="3070336"/>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16" presetID="23" grpId="1" fill="hold">
                                  <p:stCondLst>
                                    <p:cond delay="0"/>
                                  </p:stCondLst>
                                  <p:iterate type="el" backwards="0">
                                    <p:tmAbs val="0"/>
                                  </p:iterate>
                                  <p:childTnLst>
                                    <p:set>
                                      <p:cBhvr>
                                        <p:cTn id="6" fill="hold"/>
                                        <p:tgtEl>
                                          <p:spTgt spid="278"/>
                                        </p:tgtEl>
                                        <p:attrNameLst>
                                          <p:attrName>style.visibility</p:attrName>
                                        </p:attrNameLst>
                                      </p:cBhvr>
                                      <p:to>
                                        <p:strVal val="visible"/>
                                      </p:to>
                                    </p:set>
                                    <p:anim calcmode="lin" valueType="num">
                                      <p:cBhvr>
                                        <p:cTn id="7" dur="500" fill="hold"/>
                                        <p:tgtEl>
                                          <p:spTgt spid="278"/>
                                        </p:tgtEl>
                                        <p:attrNameLst>
                                          <p:attrName>ppt_w</p:attrName>
                                        </p:attrNameLst>
                                      </p:cBhvr>
                                      <p:tavLst>
                                        <p:tav tm="0">
                                          <p:val>
                                            <p:fltVal val="0"/>
                                          </p:val>
                                        </p:tav>
                                        <p:tav tm="100000">
                                          <p:val>
                                            <p:strVal val="#ppt_w"/>
                                          </p:val>
                                        </p:tav>
                                      </p:tavLst>
                                    </p:anim>
                                    <p:anim calcmode="lin" valueType="num">
                                      <p:cBhvr>
                                        <p:cTn id="8" dur="500" fill="hold"/>
                                        <p:tgtEl>
                                          <p:spTgt spid="27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78" grpId="1"/>
    </p:bld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3" name="Slide Number Placeholder 5"/>
          <p:cNvSpPr txBox="1"/>
          <p:nvPr>
            <p:ph type="sldNum" sz="quarter" idx="2"/>
          </p:nvPr>
        </p:nvSpPr>
        <p:spPr>
          <a:xfrm>
            <a:off x="11371137" y="6439548"/>
            <a:ext cx="177401" cy="2438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84" name="Title 3"/>
          <p:cNvSpPr txBox="1"/>
          <p:nvPr>
            <p:ph type="title"/>
          </p:nvPr>
        </p:nvSpPr>
        <p:spPr>
          <a:xfrm>
            <a:off x="675956" y="370588"/>
            <a:ext cx="2981644" cy="830999"/>
          </a:xfrm>
          <a:prstGeom prst="rect">
            <a:avLst/>
          </a:prstGeom>
        </p:spPr>
        <p:txBody>
          <a:bodyPr/>
          <a:lstStyle/>
          <a:p>
            <a:pPr/>
            <a:r>
              <a:t>RESULTS </a:t>
            </a:r>
          </a:p>
        </p:txBody>
      </p:sp>
      <p:sp>
        <p:nvSpPr>
          <p:cNvPr id="285" name="TextBox 30"/>
          <p:cNvSpPr txBox="1"/>
          <p:nvPr/>
        </p:nvSpPr>
        <p:spPr>
          <a:xfrm>
            <a:off x="868679" y="1142999"/>
            <a:ext cx="5212082" cy="408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100">
                <a:latin typeface="Aptos"/>
                <a:ea typeface="Aptos"/>
                <a:cs typeface="Aptos"/>
                <a:sym typeface="Aptos"/>
              </a:defRPr>
            </a:lvl1pPr>
          </a:lstStyle>
          <a:p>
            <a:pPr/>
            <a:r>
              <a:t>Seasonal comparison</a:t>
            </a:r>
          </a:p>
        </p:txBody>
      </p:sp>
      <p:sp>
        <p:nvSpPr>
          <p:cNvPr id="286" name="TextBox 33"/>
          <p:cNvSpPr txBox="1"/>
          <p:nvPr/>
        </p:nvSpPr>
        <p:spPr>
          <a:xfrm>
            <a:off x="960120" y="4526279"/>
            <a:ext cx="9418320" cy="548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500">
                <a:latin typeface="Aptos"/>
                <a:ea typeface="Aptos"/>
                <a:cs typeface="Aptos"/>
                <a:sym typeface="Aptos"/>
              </a:defRPr>
            </a:lvl1pPr>
          </a:lstStyle>
          <a:p>
            <a:pPr/>
            <a:r>
              <a:t>Kharif leads in average yield (5.64 t/ha) and average profit (₹178,914.65). Rabi is moderate, while Zaid has the lowest average yield (4.67 t/ha) and a negative average profit (−₹24,804.82).</a:t>
            </a:r>
          </a:p>
        </p:txBody>
      </p:sp>
      <p:sp>
        <p:nvSpPr>
          <p:cNvPr id="287" name="TextBox 34"/>
          <p:cNvSpPr txBox="1"/>
          <p:nvPr/>
        </p:nvSpPr>
        <p:spPr>
          <a:xfrm>
            <a:off x="8458200" y="5166359"/>
            <a:ext cx="2834641" cy="218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latin typeface="Aptos"/>
                <a:ea typeface="Aptos"/>
                <a:cs typeface="Aptos"/>
                <a:sym typeface="Aptos"/>
              </a:defRPr>
            </a:lvl1pPr>
          </a:lstStyle>
          <a:p>
            <a:pPr/>
            <a:r>
              <a:t>Source: supplied Agriculture Analysis PDF</a:t>
            </a:r>
          </a:p>
        </p:txBody>
      </p:sp>
      <p:pic>
        <p:nvPicPr>
          <p:cNvPr id="288" name="Screenshot 2026-09-08 at 6.02.12 PM.png" descr="Screenshot 2026-09-08 at 6.02.12 PM.png"/>
          <p:cNvPicPr>
            <a:picLocks noChangeAspect="1"/>
          </p:cNvPicPr>
          <p:nvPr/>
        </p:nvPicPr>
        <p:blipFill>
          <a:blip r:embed="rId2">
            <a:extLst/>
          </a:blip>
          <a:stretch>
            <a:fillRect/>
          </a:stretch>
        </p:blipFill>
        <p:spPr>
          <a:xfrm>
            <a:off x="705618" y="1534514"/>
            <a:ext cx="4678327" cy="2900326"/>
          </a:xfrm>
          <a:prstGeom prst="rect">
            <a:avLst/>
          </a:prstGeom>
          <a:ln w="12700">
            <a:miter lim="400000"/>
          </a:ln>
        </p:spPr>
      </p:pic>
      <p:pic>
        <p:nvPicPr>
          <p:cNvPr id="289" name="pasted-movie.png" descr="pasted-movie.png"/>
          <p:cNvPicPr>
            <a:picLocks noChangeAspect="1"/>
          </p:cNvPicPr>
          <p:nvPr/>
        </p:nvPicPr>
        <p:blipFill>
          <a:blip r:embed="rId3">
            <a:extLst/>
          </a:blip>
          <a:stretch>
            <a:fillRect/>
          </a:stretch>
        </p:blipFill>
        <p:spPr>
          <a:xfrm>
            <a:off x="5552632" y="1354909"/>
            <a:ext cx="4974786" cy="3079932"/>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16" presetID="23" grpId="1" fill="hold">
                                  <p:stCondLst>
                                    <p:cond delay="0"/>
                                  </p:stCondLst>
                                  <p:iterate type="el" backwards="0">
                                    <p:tmAbs val="0"/>
                                  </p:iterate>
                                  <p:childTnLst>
                                    <p:set>
                                      <p:cBhvr>
                                        <p:cTn id="6" fill="hold"/>
                                        <p:tgtEl>
                                          <p:spTgt spid="284"/>
                                        </p:tgtEl>
                                        <p:attrNameLst>
                                          <p:attrName>style.visibility</p:attrName>
                                        </p:attrNameLst>
                                      </p:cBhvr>
                                      <p:to>
                                        <p:strVal val="visible"/>
                                      </p:to>
                                    </p:set>
                                    <p:anim calcmode="lin" valueType="num">
                                      <p:cBhvr>
                                        <p:cTn id="7" dur="500" fill="hold"/>
                                        <p:tgtEl>
                                          <p:spTgt spid="284"/>
                                        </p:tgtEl>
                                        <p:attrNameLst>
                                          <p:attrName>ppt_w</p:attrName>
                                        </p:attrNameLst>
                                      </p:cBhvr>
                                      <p:tavLst>
                                        <p:tav tm="0">
                                          <p:val>
                                            <p:fltVal val="0"/>
                                          </p:val>
                                        </p:tav>
                                        <p:tav tm="100000">
                                          <p:val>
                                            <p:strVal val="#ppt_w"/>
                                          </p:val>
                                        </p:tav>
                                      </p:tavLst>
                                    </p:anim>
                                    <p:anim calcmode="lin" valueType="num">
                                      <p:cBhvr>
                                        <p:cTn id="8" dur="500" fill="hold"/>
                                        <p:tgtEl>
                                          <p:spTgt spid="28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84" grpId="1"/>
    </p:bld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1" name="Slide Number Placeholder 5"/>
          <p:cNvSpPr txBox="1"/>
          <p:nvPr>
            <p:ph type="sldNum" sz="quarter" idx="2"/>
          </p:nvPr>
        </p:nvSpPr>
        <p:spPr>
          <a:xfrm>
            <a:off x="11371137" y="6439548"/>
            <a:ext cx="177401" cy="2438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92" name="Picture 4" descr="Picture 4"/>
          <p:cNvPicPr>
            <a:picLocks noChangeAspect="1"/>
          </p:cNvPicPr>
          <p:nvPr/>
        </p:nvPicPr>
        <p:blipFill>
          <a:blip r:embed="rId2">
            <a:extLst/>
          </a:blip>
          <a:srcRect l="0" t="96181" r="0" b="0"/>
          <a:stretch>
            <a:fillRect/>
          </a:stretch>
        </p:blipFill>
        <p:spPr>
          <a:xfrm>
            <a:off x="675956" y="6471920"/>
            <a:ext cx="2143126" cy="193041"/>
          </a:xfrm>
          <a:prstGeom prst="rect">
            <a:avLst/>
          </a:prstGeom>
          <a:ln w="12700">
            <a:miter lim="400000"/>
          </a:ln>
        </p:spPr>
      </p:pic>
      <p:sp>
        <p:nvSpPr>
          <p:cNvPr id="293" name="Title 3"/>
          <p:cNvSpPr txBox="1"/>
          <p:nvPr>
            <p:ph type="title"/>
          </p:nvPr>
        </p:nvSpPr>
        <p:spPr>
          <a:xfrm>
            <a:off x="675956" y="370588"/>
            <a:ext cx="2981644" cy="830999"/>
          </a:xfrm>
          <a:prstGeom prst="rect">
            <a:avLst/>
          </a:prstGeom>
        </p:spPr>
        <p:txBody>
          <a:bodyPr/>
          <a:lstStyle/>
          <a:p>
            <a:pPr/>
            <a:r>
              <a:t>RESULTS </a:t>
            </a:r>
          </a:p>
        </p:txBody>
      </p:sp>
      <p:sp>
        <p:nvSpPr>
          <p:cNvPr id="294" name="TextBox 30"/>
          <p:cNvSpPr txBox="1"/>
          <p:nvPr/>
        </p:nvSpPr>
        <p:spPr>
          <a:xfrm>
            <a:off x="868679" y="1142999"/>
            <a:ext cx="5212082" cy="408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100">
                <a:latin typeface="Aptos"/>
                <a:ea typeface="Aptos"/>
                <a:cs typeface="Aptos"/>
                <a:sym typeface="Aptos"/>
              </a:defRPr>
            </a:lvl1pPr>
          </a:lstStyle>
          <a:p>
            <a:pPr/>
            <a:r>
              <a:t>Irrigation profitability</a:t>
            </a:r>
          </a:p>
        </p:txBody>
      </p:sp>
      <p:sp>
        <p:nvSpPr>
          <p:cNvPr id="295" name="TextBox 32"/>
          <p:cNvSpPr txBox="1"/>
          <p:nvPr/>
        </p:nvSpPr>
        <p:spPr>
          <a:xfrm>
            <a:off x="7293252" y="2433894"/>
            <a:ext cx="3505084" cy="1107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700">
                <a:latin typeface="Aptos"/>
                <a:ea typeface="Aptos"/>
                <a:cs typeface="Aptos"/>
                <a:sym typeface="Aptos"/>
              </a:defRPr>
            </a:lvl1pPr>
          </a:lstStyle>
          <a:p>
            <a:pPr/>
            <a:r>
              <a:t>Drip irrigation shows the highest average profit in all three seasons. Flood and Rainfed show average losses in Zaid.</a:t>
            </a:r>
          </a:p>
        </p:txBody>
      </p:sp>
      <p:sp>
        <p:nvSpPr>
          <p:cNvPr id="296" name="TextBox 33"/>
          <p:cNvSpPr txBox="1"/>
          <p:nvPr/>
        </p:nvSpPr>
        <p:spPr>
          <a:xfrm>
            <a:off x="7543798" y="4709159"/>
            <a:ext cx="3383281" cy="2311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900">
                <a:latin typeface="Aptos"/>
                <a:ea typeface="Aptos"/>
                <a:cs typeface="Aptos"/>
                <a:sym typeface="Aptos"/>
              </a:defRPr>
            </a:lvl1pPr>
          </a:lstStyle>
          <a:p>
            <a:pPr/>
            <a:r>
              <a:t>Source: supplied Agriculture Analysis PDF</a:t>
            </a:r>
          </a:p>
        </p:txBody>
      </p:sp>
      <p:pic>
        <p:nvPicPr>
          <p:cNvPr id="297" name="pasted-movie.png" descr="pasted-movie.png"/>
          <p:cNvPicPr>
            <a:picLocks noChangeAspect="1"/>
          </p:cNvPicPr>
          <p:nvPr/>
        </p:nvPicPr>
        <p:blipFill>
          <a:blip r:embed="rId3">
            <a:extLst/>
          </a:blip>
          <a:stretch>
            <a:fillRect/>
          </a:stretch>
        </p:blipFill>
        <p:spPr>
          <a:xfrm>
            <a:off x="64072" y="1835565"/>
            <a:ext cx="6877708" cy="3970004"/>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16" presetID="23" grpId="1" fill="hold">
                                  <p:stCondLst>
                                    <p:cond delay="0"/>
                                  </p:stCondLst>
                                  <p:iterate type="el" backwards="0">
                                    <p:tmAbs val="0"/>
                                  </p:iterate>
                                  <p:childTnLst>
                                    <p:set>
                                      <p:cBhvr>
                                        <p:cTn id="6" fill="hold"/>
                                        <p:tgtEl>
                                          <p:spTgt spid="293"/>
                                        </p:tgtEl>
                                        <p:attrNameLst>
                                          <p:attrName>style.visibility</p:attrName>
                                        </p:attrNameLst>
                                      </p:cBhvr>
                                      <p:to>
                                        <p:strVal val="visible"/>
                                      </p:to>
                                    </p:set>
                                    <p:anim calcmode="lin" valueType="num">
                                      <p:cBhvr>
                                        <p:cTn id="7" dur="500" fill="hold"/>
                                        <p:tgtEl>
                                          <p:spTgt spid="293"/>
                                        </p:tgtEl>
                                        <p:attrNameLst>
                                          <p:attrName>ppt_w</p:attrName>
                                        </p:attrNameLst>
                                      </p:cBhvr>
                                      <p:tavLst>
                                        <p:tav tm="0">
                                          <p:val>
                                            <p:fltVal val="0"/>
                                          </p:val>
                                        </p:tav>
                                        <p:tav tm="100000">
                                          <p:val>
                                            <p:strVal val="#ppt_w"/>
                                          </p:val>
                                        </p:tav>
                                      </p:tavLst>
                                    </p:anim>
                                    <p:anim calcmode="lin" valueType="num">
                                      <p:cBhvr>
                                        <p:cTn id="8" dur="500" fill="hold"/>
                                        <p:tgtEl>
                                          <p:spTgt spid="29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93" grpId="1"/>
    </p:bld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9" name="Slide Number Placeholder 5"/>
          <p:cNvSpPr txBox="1"/>
          <p:nvPr>
            <p:ph type="sldNum" sz="quarter" idx="2"/>
          </p:nvPr>
        </p:nvSpPr>
        <p:spPr>
          <a:xfrm>
            <a:off x="11371137" y="6439548"/>
            <a:ext cx="177401" cy="2438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300" name="Picture 4" descr="Picture 4"/>
          <p:cNvPicPr>
            <a:picLocks noChangeAspect="1"/>
          </p:cNvPicPr>
          <p:nvPr/>
        </p:nvPicPr>
        <p:blipFill>
          <a:blip r:embed="rId2">
            <a:extLst/>
          </a:blip>
          <a:srcRect l="0" t="96181" r="0" b="0"/>
          <a:stretch>
            <a:fillRect/>
          </a:stretch>
        </p:blipFill>
        <p:spPr>
          <a:xfrm>
            <a:off x="675956" y="6471920"/>
            <a:ext cx="2143126" cy="193041"/>
          </a:xfrm>
          <a:prstGeom prst="rect">
            <a:avLst/>
          </a:prstGeom>
          <a:ln w="12700">
            <a:miter lim="400000"/>
          </a:ln>
        </p:spPr>
      </p:pic>
      <p:sp>
        <p:nvSpPr>
          <p:cNvPr id="301" name="Title 3"/>
          <p:cNvSpPr txBox="1"/>
          <p:nvPr>
            <p:ph type="title"/>
          </p:nvPr>
        </p:nvSpPr>
        <p:spPr>
          <a:xfrm>
            <a:off x="675956" y="370588"/>
            <a:ext cx="2981644" cy="830999"/>
          </a:xfrm>
          <a:prstGeom prst="rect">
            <a:avLst/>
          </a:prstGeom>
        </p:spPr>
        <p:txBody>
          <a:bodyPr/>
          <a:lstStyle/>
          <a:p>
            <a:pPr/>
            <a:r>
              <a:t>RESULTS </a:t>
            </a:r>
          </a:p>
        </p:txBody>
      </p:sp>
      <p:sp>
        <p:nvSpPr>
          <p:cNvPr id="302" name="TextBox 30"/>
          <p:cNvSpPr txBox="1"/>
          <p:nvPr/>
        </p:nvSpPr>
        <p:spPr>
          <a:xfrm>
            <a:off x="868679" y="1142999"/>
            <a:ext cx="5212082" cy="408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100">
                <a:latin typeface="Aptos"/>
                <a:ea typeface="Aptos"/>
                <a:cs typeface="Aptos"/>
                <a:sym typeface="Aptos"/>
              </a:defRPr>
            </a:lvl1pPr>
          </a:lstStyle>
          <a:p>
            <a:pPr/>
            <a:r>
              <a:t>Crop-specific seasonal profitability</a:t>
            </a:r>
          </a:p>
        </p:txBody>
      </p:sp>
      <p:sp>
        <p:nvSpPr>
          <p:cNvPr id="303" name="TextBox 32"/>
          <p:cNvSpPr txBox="1"/>
          <p:nvPr/>
        </p:nvSpPr>
        <p:spPr>
          <a:xfrm>
            <a:off x="7543798" y="1828800"/>
            <a:ext cx="3383281" cy="1361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700">
                <a:latin typeface="Aptos"/>
                <a:ea typeface="Aptos"/>
                <a:cs typeface="Aptos"/>
                <a:sym typeface="Aptos"/>
              </a:defRPr>
            </a:lvl1pPr>
          </a:lstStyle>
          <a:p>
            <a:pPr/>
            <a:r>
              <a:t>Sugarcane and Chilli remain the strongest profit performers across seasons, while staple crops frequently show losses, especially in Zaid.</a:t>
            </a:r>
          </a:p>
        </p:txBody>
      </p:sp>
      <p:sp>
        <p:nvSpPr>
          <p:cNvPr id="304" name="TextBox 33"/>
          <p:cNvSpPr txBox="1"/>
          <p:nvPr/>
        </p:nvSpPr>
        <p:spPr>
          <a:xfrm>
            <a:off x="7543798" y="4709159"/>
            <a:ext cx="3383281" cy="2311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900">
                <a:latin typeface="Aptos"/>
                <a:ea typeface="Aptos"/>
                <a:cs typeface="Aptos"/>
                <a:sym typeface="Aptos"/>
              </a:defRPr>
            </a:lvl1pPr>
          </a:lstStyle>
          <a:p>
            <a:pPr/>
            <a:r>
              <a:t>Source: supplied Agriculture Analysis PDF</a:t>
            </a:r>
          </a:p>
        </p:txBody>
      </p:sp>
      <p:pic>
        <p:nvPicPr>
          <p:cNvPr id="305" name="pasted-movie.png" descr="pasted-movie.png"/>
          <p:cNvPicPr>
            <a:picLocks noChangeAspect="1"/>
          </p:cNvPicPr>
          <p:nvPr/>
        </p:nvPicPr>
        <p:blipFill>
          <a:blip r:embed="rId3">
            <a:extLst/>
          </a:blip>
          <a:stretch>
            <a:fillRect/>
          </a:stretch>
        </p:blipFill>
        <p:spPr>
          <a:xfrm>
            <a:off x="802424" y="1860460"/>
            <a:ext cx="6338620" cy="3137080"/>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16" presetID="23" grpId="1" fill="hold">
                                  <p:stCondLst>
                                    <p:cond delay="0"/>
                                  </p:stCondLst>
                                  <p:iterate type="el" backwards="0">
                                    <p:tmAbs val="0"/>
                                  </p:iterate>
                                  <p:childTnLst>
                                    <p:set>
                                      <p:cBhvr>
                                        <p:cTn id="6" fill="hold"/>
                                        <p:tgtEl>
                                          <p:spTgt spid="301"/>
                                        </p:tgtEl>
                                        <p:attrNameLst>
                                          <p:attrName>style.visibility</p:attrName>
                                        </p:attrNameLst>
                                      </p:cBhvr>
                                      <p:to>
                                        <p:strVal val="visible"/>
                                      </p:to>
                                    </p:set>
                                    <p:anim calcmode="lin" valueType="num">
                                      <p:cBhvr>
                                        <p:cTn id="7" dur="500" fill="hold"/>
                                        <p:tgtEl>
                                          <p:spTgt spid="301"/>
                                        </p:tgtEl>
                                        <p:attrNameLst>
                                          <p:attrName>ppt_w</p:attrName>
                                        </p:attrNameLst>
                                      </p:cBhvr>
                                      <p:tavLst>
                                        <p:tav tm="0">
                                          <p:val>
                                            <p:fltVal val="0"/>
                                          </p:val>
                                        </p:tav>
                                        <p:tav tm="100000">
                                          <p:val>
                                            <p:strVal val="#ppt_w"/>
                                          </p:val>
                                        </p:tav>
                                      </p:tavLst>
                                    </p:anim>
                                    <p:anim calcmode="lin" valueType="num">
                                      <p:cBhvr>
                                        <p:cTn id="8" dur="500" fill="hold"/>
                                        <p:tgtEl>
                                          <p:spTgt spid="30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01" grpId="1"/>
    </p:bldLst>
  </p:timing>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7" name="Slide Number Placeholder 5"/>
          <p:cNvSpPr txBox="1"/>
          <p:nvPr>
            <p:ph type="sldNum" sz="quarter" idx="2"/>
          </p:nvPr>
        </p:nvSpPr>
        <p:spPr>
          <a:xfrm>
            <a:off x="11297876" y="6439548"/>
            <a:ext cx="250662" cy="2438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308" name="Title 3"/>
          <p:cNvSpPr txBox="1"/>
          <p:nvPr>
            <p:ph type="title"/>
          </p:nvPr>
        </p:nvSpPr>
        <p:spPr>
          <a:xfrm>
            <a:off x="675956" y="370588"/>
            <a:ext cx="2981644" cy="830999"/>
          </a:xfrm>
          <a:prstGeom prst="rect">
            <a:avLst/>
          </a:prstGeom>
        </p:spPr>
        <p:txBody>
          <a:bodyPr/>
          <a:lstStyle/>
          <a:p>
            <a:pPr/>
            <a:r>
              <a:t>RESULTS </a:t>
            </a:r>
          </a:p>
        </p:txBody>
      </p:sp>
      <p:sp>
        <p:nvSpPr>
          <p:cNvPr id="309" name="TextBox 30"/>
          <p:cNvSpPr txBox="1"/>
          <p:nvPr/>
        </p:nvSpPr>
        <p:spPr>
          <a:xfrm>
            <a:off x="868680" y="1142999"/>
            <a:ext cx="6309361" cy="408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100">
                <a:latin typeface="Aptos"/>
                <a:ea typeface="Aptos"/>
                <a:cs typeface="Aptos"/>
                <a:sym typeface="Aptos"/>
              </a:defRPr>
            </a:lvl1pPr>
          </a:lstStyle>
          <a:p>
            <a:pPr/>
            <a:r>
              <a:t>Environmental &amp; resource pattern</a:t>
            </a:r>
          </a:p>
        </p:txBody>
      </p:sp>
      <p:pic>
        <p:nvPicPr>
          <p:cNvPr id="310" name="Picture 31" descr="Picture 31"/>
          <p:cNvPicPr>
            <a:picLocks noChangeAspect="1"/>
          </p:cNvPicPr>
          <p:nvPr/>
        </p:nvPicPr>
        <p:blipFill>
          <a:blip r:embed="rId2">
            <a:extLst/>
          </a:blip>
          <a:stretch>
            <a:fillRect/>
          </a:stretch>
        </p:blipFill>
        <p:spPr>
          <a:xfrm>
            <a:off x="685800" y="1708929"/>
            <a:ext cx="4892041" cy="2310008"/>
          </a:xfrm>
          <a:prstGeom prst="rect">
            <a:avLst/>
          </a:prstGeom>
          <a:ln w="12700">
            <a:miter lim="400000"/>
          </a:ln>
        </p:spPr>
      </p:pic>
      <p:pic>
        <p:nvPicPr>
          <p:cNvPr id="311" name="Picture 32" descr="Picture 32"/>
          <p:cNvPicPr>
            <a:picLocks noChangeAspect="1"/>
          </p:cNvPicPr>
          <p:nvPr/>
        </p:nvPicPr>
        <p:blipFill>
          <a:blip r:embed="rId3">
            <a:extLst/>
          </a:blip>
          <a:stretch>
            <a:fillRect/>
          </a:stretch>
        </p:blipFill>
        <p:spPr>
          <a:xfrm>
            <a:off x="5715000" y="1600200"/>
            <a:ext cx="4709160" cy="2223652"/>
          </a:xfrm>
          <a:prstGeom prst="rect">
            <a:avLst/>
          </a:prstGeom>
          <a:ln w="12700">
            <a:miter lim="400000"/>
          </a:ln>
        </p:spPr>
      </p:pic>
      <p:sp>
        <p:nvSpPr>
          <p:cNvPr id="312" name="TextBox 33"/>
          <p:cNvSpPr txBox="1"/>
          <p:nvPr/>
        </p:nvSpPr>
        <p:spPr>
          <a:xfrm>
            <a:off x="960120" y="4526279"/>
            <a:ext cx="9418320" cy="548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500">
                <a:latin typeface="Aptos"/>
                <a:ea typeface="Aptos"/>
                <a:cs typeface="Aptos"/>
                <a:sym typeface="Aptos"/>
              </a:defRPr>
            </a:lvl1pPr>
          </a:lstStyle>
          <a:p>
            <a:pPr/>
            <a:r>
              <a:t>Zaid has the lowest average rainfall (299.42 mm), the highest average temperature (31.04°C), and the highest average water use (6,419.89 m³/farm). This indicates greater environmental and resource pressure.</a:t>
            </a:r>
          </a:p>
        </p:txBody>
      </p:sp>
      <p:sp>
        <p:nvSpPr>
          <p:cNvPr id="313" name="TextBox 34"/>
          <p:cNvSpPr txBox="1"/>
          <p:nvPr/>
        </p:nvSpPr>
        <p:spPr>
          <a:xfrm>
            <a:off x="8458200" y="5166359"/>
            <a:ext cx="2834641" cy="218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latin typeface="Aptos"/>
                <a:ea typeface="Aptos"/>
                <a:cs typeface="Aptos"/>
                <a:sym typeface="Aptos"/>
              </a:defRPr>
            </a:lvl1pPr>
          </a:lstStyle>
          <a:p>
            <a:pPr/>
            <a:r>
              <a:t>Source: supplied Agriculture Analysis PDF</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16" presetID="23" grpId="1" fill="hold">
                                  <p:stCondLst>
                                    <p:cond delay="0"/>
                                  </p:stCondLst>
                                  <p:iterate type="el" backwards="0">
                                    <p:tmAbs val="0"/>
                                  </p:iterate>
                                  <p:childTnLst>
                                    <p:set>
                                      <p:cBhvr>
                                        <p:cTn id="6" fill="hold"/>
                                        <p:tgtEl>
                                          <p:spTgt spid="308"/>
                                        </p:tgtEl>
                                        <p:attrNameLst>
                                          <p:attrName>style.visibility</p:attrName>
                                        </p:attrNameLst>
                                      </p:cBhvr>
                                      <p:to>
                                        <p:strVal val="visible"/>
                                      </p:to>
                                    </p:set>
                                    <p:anim calcmode="lin" valueType="num">
                                      <p:cBhvr>
                                        <p:cTn id="7" dur="500" fill="hold"/>
                                        <p:tgtEl>
                                          <p:spTgt spid="308"/>
                                        </p:tgtEl>
                                        <p:attrNameLst>
                                          <p:attrName>ppt_w</p:attrName>
                                        </p:attrNameLst>
                                      </p:cBhvr>
                                      <p:tavLst>
                                        <p:tav tm="0">
                                          <p:val>
                                            <p:fltVal val="0"/>
                                          </p:val>
                                        </p:tav>
                                        <p:tav tm="100000">
                                          <p:val>
                                            <p:strVal val="#ppt_w"/>
                                          </p:val>
                                        </p:tav>
                                      </p:tavLst>
                                    </p:anim>
                                    <p:anim calcmode="lin" valueType="num">
                                      <p:cBhvr>
                                        <p:cTn id="8" dur="500" fill="hold"/>
                                        <p:tgtEl>
                                          <p:spTgt spid="30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08" grpId="1"/>
    </p:bldLst>
  </p:timing>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5" name="Slide Number Placeholder 5"/>
          <p:cNvSpPr txBox="1"/>
          <p:nvPr>
            <p:ph type="sldNum" sz="quarter" idx="2"/>
          </p:nvPr>
        </p:nvSpPr>
        <p:spPr>
          <a:xfrm>
            <a:off x="11297876" y="6439548"/>
            <a:ext cx="250662" cy="2438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316" name="Picture 4" descr="Picture 4"/>
          <p:cNvPicPr>
            <a:picLocks noChangeAspect="1"/>
          </p:cNvPicPr>
          <p:nvPr/>
        </p:nvPicPr>
        <p:blipFill>
          <a:blip r:embed="rId2">
            <a:extLst/>
          </a:blip>
          <a:srcRect l="0" t="96181" r="0" b="0"/>
          <a:stretch>
            <a:fillRect/>
          </a:stretch>
        </p:blipFill>
        <p:spPr>
          <a:xfrm>
            <a:off x="675956" y="6471920"/>
            <a:ext cx="2143126" cy="193041"/>
          </a:xfrm>
          <a:prstGeom prst="rect">
            <a:avLst/>
          </a:prstGeom>
          <a:ln w="12700">
            <a:miter lim="400000"/>
          </a:ln>
        </p:spPr>
      </p:pic>
      <p:sp>
        <p:nvSpPr>
          <p:cNvPr id="317" name="Title 3"/>
          <p:cNvSpPr txBox="1"/>
          <p:nvPr>
            <p:ph type="title"/>
          </p:nvPr>
        </p:nvSpPr>
        <p:spPr>
          <a:xfrm>
            <a:off x="675956" y="370588"/>
            <a:ext cx="4735800" cy="830999"/>
          </a:xfrm>
          <a:prstGeom prst="rect">
            <a:avLst/>
          </a:prstGeom>
        </p:spPr>
        <p:txBody>
          <a:bodyPr/>
          <a:lstStyle>
            <a:lvl1pPr>
              <a:defRPr sz="4000"/>
            </a:lvl1pPr>
          </a:lstStyle>
          <a:p>
            <a:pPr/>
            <a:r>
              <a:t>Future scope</a:t>
            </a:r>
          </a:p>
        </p:txBody>
      </p:sp>
      <p:sp>
        <p:nvSpPr>
          <p:cNvPr id="318" name="TextBox 23"/>
          <p:cNvSpPr txBox="1"/>
          <p:nvPr/>
        </p:nvSpPr>
        <p:spPr>
          <a:xfrm>
            <a:off x="914399" y="1417319"/>
            <a:ext cx="9784082" cy="21361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1900">
                <a:latin typeface="Aptos"/>
                <a:ea typeface="Aptos"/>
                <a:cs typeface="Aptos"/>
                <a:sym typeface="Aptos"/>
              </a:defRPr>
            </a:pPr>
            <a:r>
              <a:t>• Develop time-series analysis to study seasonal trends over multiple years.</a:t>
            </a:r>
          </a:p>
          <a:p>
            <a:pPr>
              <a:defRPr sz="1900">
                <a:latin typeface="Aptos"/>
                <a:ea typeface="Aptos"/>
                <a:cs typeface="Aptos"/>
                <a:sym typeface="Aptos"/>
              </a:defRPr>
            </a:pPr>
            <a:r>
              <a:t>• Build region-specific crop and seasonal advisories.</a:t>
            </a:r>
          </a:p>
          <a:p>
            <a:pPr>
              <a:defRPr sz="1900">
                <a:latin typeface="Aptos"/>
                <a:ea typeface="Aptos"/>
                <a:cs typeface="Aptos"/>
                <a:sym typeface="Aptos"/>
              </a:defRPr>
            </a:pPr>
            <a:r>
              <a:t>• Investigate detailed input costs, market prices and farm-level efficiency.</a:t>
            </a:r>
          </a:p>
          <a:p>
            <a:pPr>
              <a:defRPr sz="1900">
                <a:latin typeface="Aptos"/>
                <a:ea typeface="Aptos"/>
                <a:cs typeface="Aptos"/>
                <a:sym typeface="Aptos"/>
              </a:defRPr>
            </a:pPr>
            <a:r>
              <a:t>• Evaluate drought-resistant crops and water-saving practices for Zaid.</a:t>
            </a:r>
          </a:p>
          <a:p>
            <a:pPr>
              <a:defRPr sz="1900">
                <a:latin typeface="Aptos"/>
                <a:ea typeface="Aptos"/>
                <a:cs typeface="Aptos"/>
                <a:sym typeface="Aptos"/>
              </a:defRPr>
            </a:pPr>
            <a:r>
              <a:t>• Conduct experiments or causal studies to test irrigation and yield-enhancing practices.</a:t>
            </a:r>
          </a:p>
          <a:p>
            <a:pPr>
              <a:defRPr sz="1900">
                <a:latin typeface="Aptos"/>
                <a:ea typeface="Aptos"/>
                <a:cs typeface="Aptos"/>
                <a:sym typeface="Aptos"/>
              </a:defRPr>
            </a:pPr>
            <a:r>
              <a:t>• Use the findings to guide resource allocation, farmer support and sustainable agriculture investments.</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16" presetID="23" grpId="1" fill="hold">
                                  <p:stCondLst>
                                    <p:cond delay="0"/>
                                  </p:stCondLst>
                                  <p:iterate type="el" backwards="0">
                                    <p:tmAbs val="0"/>
                                  </p:iterate>
                                  <p:childTnLst>
                                    <p:set>
                                      <p:cBhvr>
                                        <p:cTn id="6" fill="hold"/>
                                        <p:tgtEl>
                                          <p:spTgt spid="317"/>
                                        </p:tgtEl>
                                        <p:attrNameLst>
                                          <p:attrName>style.visibility</p:attrName>
                                        </p:attrNameLst>
                                      </p:cBhvr>
                                      <p:to>
                                        <p:strVal val="visible"/>
                                      </p:to>
                                    </p:set>
                                    <p:anim calcmode="lin" valueType="num">
                                      <p:cBhvr>
                                        <p:cTn id="7" dur="500" fill="hold"/>
                                        <p:tgtEl>
                                          <p:spTgt spid="317"/>
                                        </p:tgtEl>
                                        <p:attrNameLst>
                                          <p:attrName>ppt_w</p:attrName>
                                        </p:attrNameLst>
                                      </p:cBhvr>
                                      <p:tavLst>
                                        <p:tav tm="0">
                                          <p:val>
                                            <p:fltVal val="0"/>
                                          </p:val>
                                        </p:tav>
                                        <p:tav tm="100000">
                                          <p:val>
                                            <p:strVal val="#ppt_w"/>
                                          </p:val>
                                        </p:tav>
                                      </p:tavLst>
                                    </p:anim>
                                    <p:anim calcmode="lin" valueType="num">
                                      <p:cBhvr>
                                        <p:cTn id="8" dur="500" fill="hold"/>
                                        <p:tgtEl>
                                          <p:spTgt spid="31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17" grpId="1"/>
    </p:bldLst>
  </p:timing>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0" name="Slide Number Placeholder 5"/>
          <p:cNvSpPr txBox="1"/>
          <p:nvPr>
            <p:ph type="sldNum" sz="quarter" idx="2"/>
          </p:nvPr>
        </p:nvSpPr>
        <p:spPr>
          <a:xfrm>
            <a:off x="11297876" y="6439548"/>
            <a:ext cx="250662" cy="2438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321" name="Picture 4" descr="Picture 4"/>
          <p:cNvPicPr>
            <a:picLocks noChangeAspect="1"/>
          </p:cNvPicPr>
          <p:nvPr/>
        </p:nvPicPr>
        <p:blipFill>
          <a:blip r:embed="rId2">
            <a:extLst/>
          </a:blip>
          <a:srcRect l="0" t="96181" r="0" b="0"/>
          <a:stretch>
            <a:fillRect/>
          </a:stretch>
        </p:blipFill>
        <p:spPr>
          <a:xfrm>
            <a:off x="675956" y="6471920"/>
            <a:ext cx="2143126" cy="193041"/>
          </a:xfrm>
          <a:prstGeom prst="rect">
            <a:avLst/>
          </a:prstGeom>
          <a:ln w="12700">
            <a:miter lim="400000"/>
          </a:ln>
        </p:spPr>
      </p:pic>
      <p:sp>
        <p:nvSpPr>
          <p:cNvPr id="322" name="Title 3"/>
          <p:cNvSpPr txBox="1"/>
          <p:nvPr>
            <p:ph type="title"/>
          </p:nvPr>
        </p:nvSpPr>
        <p:spPr>
          <a:xfrm>
            <a:off x="675956" y="370588"/>
            <a:ext cx="4735800" cy="830999"/>
          </a:xfrm>
          <a:prstGeom prst="rect">
            <a:avLst/>
          </a:prstGeom>
        </p:spPr>
        <p:txBody>
          <a:bodyPr/>
          <a:lstStyle>
            <a:lvl1pPr>
              <a:defRPr sz="4000"/>
            </a:lvl1pPr>
          </a:lstStyle>
          <a:p>
            <a:pPr/>
            <a:r>
              <a:t>GitHub Link</a:t>
            </a:r>
          </a:p>
        </p:txBody>
      </p:sp>
      <p:sp>
        <p:nvSpPr>
          <p:cNvPr id="323" name="TextBox 2"/>
          <p:cNvSpPr txBox="1"/>
          <p:nvPr/>
        </p:nvSpPr>
        <p:spPr>
          <a:xfrm>
            <a:off x="478866" y="1414571"/>
            <a:ext cx="7141436" cy="624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r>
              <a:t>https://github.com/25mcmc14-loudiyavikas/Agricultural_Seasonal_Analysis</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16" presetID="23" grpId="1" fill="hold">
                                  <p:stCondLst>
                                    <p:cond delay="0"/>
                                  </p:stCondLst>
                                  <p:iterate type="el" backwards="0">
                                    <p:tmAbs val="0"/>
                                  </p:iterate>
                                  <p:childTnLst>
                                    <p:set>
                                      <p:cBhvr>
                                        <p:cTn id="6" fill="hold"/>
                                        <p:tgtEl>
                                          <p:spTgt spid="322"/>
                                        </p:tgtEl>
                                        <p:attrNameLst>
                                          <p:attrName>style.visibility</p:attrName>
                                        </p:attrNameLst>
                                      </p:cBhvr>
                                      <p:to>
                                        <p:strVal val="visible"/>
                                      </p:to>
                                    </p:set>
                                    <p:anim calcmode="lin" valueType="num">
                                      <p:cBhvr>
                                        <p:cTn id="7" dur="500" fill="hold"/>
                                        <p:tgtEl>
                                          <p:spTgt spid="322"/>
                                        </p:tgtEl>
                                        <p:attrNameLst>
                                          <p:attrName>ppt_w</p:attrName>
                                        </p:attrNameLst>
                                      </p:cBhvr>
                                      <p:tavLst>
                                        <p:tav tm="0">
                                          <p:val>
                                            <p:fltVal val="0"/>
                                          </p:val>
                                        </p:tav>
                                        <p:tav tm="100000">
                                          <p:val>
                                            <p:strVal val="#ppt_w"/>
                                          </p:val>
                                        </p:tav>
                                      </p:tavLst>
                                    </p:anim>
                                    <p:anim calcmode="lin" valueType="num">
                                      <p:cBhvr>
                                        <p:cTn id="8" dur="500" fill="hold"/>
                                        <p:tgtEl>
                                          <p:spTgt spid="32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22" grpId="1"/>
    </p:bldLst>
  </p:timing>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5" name="Slide Number Placeholder 5"/>
          <p:cNvSpPr txBox="1"/>
          <p:nvPr>
            <p:ph type="sldNum" sz="quarter" idx="2"/>
          </p:nvPr>
        </p:nvSpPr>
        <p:spPr>
          <a:xfrm>
            <a:off x="11297876" y="6439548"/>
            <a:ext cx="250662" cy="2438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326" name="Picture 4" descr="Picture 4"/>
          <p:cNvPicPr>
            <a:picLocks noChangeAspect="1"/>
          </p:cNvPicPr>
          <p:nvPr/>
        </p:nvPicPr>
        <p:blipFill>
          <a:blip r:embed="rId2">
            <a:extLst/>
          </a:blip>
          <a:srcRect l="0" t="96181" r="0" b="0"/>
          <a:stretch>
            <a:fillRect/>
          </a:stretch>
        </p:blipFill>
        <p:spPr>
          <a:xfrm>
            <a:off x="675956" y="6471920"/>
            <a:ext cx="2143126" cy="193041"/>
          </a:xfrm>
          <a:prstGeom prst="rect">
            <a:avLst/>
          </a:prstGeom>
          <a:ln w="12700">
            <a:miter lim="400000"/>
          </a:ln>
        </p:spPr>
      </p:pic>
      <p:sp>
        <p:nvSpPr>
          <p:cNvPr id="327" name="Title 3"/>
          <p:cNvSpPr txBox="1"/>
          <p:nvPr>
            <p:ph type="title"/>
          </p:nvPr>
        </p:nvSpPr>
        <p:spPr>
          <a:xfrm>
            <a:off x="675957" y="370588"/>
            <a:ext cx="8351388" cy="884660"/>
          </a:xfrm>
          <a:prstGeom prst="rect">
            <a:avLst/>
          </a:prstGeom>
        </p:spPr>
        <p:txBody>
          <a:bodyPr/>
          <a:lstStyle/>
          <a:p>
            <a:pPr defTabSz="438911">
              <a:defRPr sz="2688"/>
            </a:pPr>
            <a:r>
              <a:t>VOIS Course completion certificate - </a:t>
            </a:r>
            <a:br/>
            <a:r>
              <a:t>Course name- Data Visualization </a:t>
            </a:r>
          </a:p>
        </p:txBody>
      </p:sp>
      <p:pic>
        <p:nvPicPr>
          <p:cNvPr id="328" name="Certificate.pdf" descr="Certificate.pdf"/>
          <p:cNvPicPr>
            <a:picLocks noChangeAspect="1"/>
          </p:cNvPicPr>
          <p:nvPr/>
        </p:nvPicPr>
        <p:blipFill>
          <a:blip r:embed="rId3">
            <a:extLst/>
          </a:blip>
          <a:stretch>
            <a:fillRect/>
          </a:stretch>
        </p:blipFill>
        <p:spPr>
          <a:xfrm>
            <a:off x="1285071" y="1589981"/>
            <a:ext cx="6385218" cy="4514833"/>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16" presetID="23" grpId="1" fill="hold">
                                  <p:stCondLst>
                                    <p:cond delay="0"/>
                                  </p:stCondLst>
                                  <p:iterate type="el" backwards="0">
                                    <p:tmAbs val="0"/>
                                  </p:iterate>
                                  <p:childTnLst>
                                    <p:set>
                                      <p:cBhvr>
                                        <p:cTn id="6" fill="hold"/>
                                        <p:tgtEl>
                                          <p:spTgt spid="327"/>
                                        </p:tgtEl>
                                        <p:attrNameLst>
                                          <p:attrName>style.visibility</p:attrName>
                                        </p:attrNameLst>
                                      </p:cBhvr>
                                      <p:to>
                                        <p:strVal val="visible"/>
                                      </p:to>
                                    </p:set>
                                    <p:anim calcmode="lin" valueType="num">
                                      <p:cBhvr>
                                        <p:cTn id="7" dur="500" fill="hold"/>
                                        <p:tgtEl>
                                          <p:spTgt spid="327"/>
                                        </p:tgtEl>
                                        <p:attrNameLst>
                                          <p:attrName>ppt_w</p:attrName>
                                        </p:attrNameLst>
                                      </p:cBhvr>
                                      <p:tavLst>
                                        <p:tav tm="0">
                                          <p:val>
                                            <p:fltVal val="0"/>
                                          </p:val>
                                        </p:tav>
                                        <p:tav tm="100000">
                                          <p:val>
                                            <p:strVal val="#ppt_w"/>
                                          </p:val>
                                        </p:tav>
                                      </p:tavLst>
                                    </p:anim>
                                    <p:anim calcmode="lin" valueType="num">
                                      <p:cBhvr>
                                        <p:cTn id="8" dur="500" fill="hold"/>
                                        <p:tgtEl>
                                          <p:spTgt spid="32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27" grpId="1"/>
    </p:bldLst>
  </p:timing>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0" name="Slide Number Placeholder 5"/>
          <p:cNvSpPr txBox="1"/>
          <p:nvPr>
            <p:ph type="sldNum" sz="quarter" idx="2"/>
          </p:nvPr>
        </p:nvSpPr>
        <p:spPr>
          <a:xfrm>
            <a:off x="11297876" y="6439548"/>
            <a:ext cx="250662" cy="2438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331" name="Title 1"/>
          <p:cNvSpPr txBox="1"/>
          <p:nvPr>
            <p:ph type="title"/>
          </p:nvPr>
        </p:nvSpPr>
        <p:spPr>
          <a:xfrm>
            <a:off x="431999" y="647699"/>
            <a:ext cx="11340002" cy="700116"/>
          </a:xfrm>
          <a:prstGeom prst="rect">
            <a:avLst/>
          </a:prstGeom>
        </p:spPr>
        <p:txBody>
          <a:bodyPr/>
          <a:lstStyle>
            <a:lvl1pPr defTabSz="443484">
              <a:defRPr sz="4171"/>
            </a:lvl1pPr>
          </a:lstStyle>
          <a:p>
            <a:pPr/>
            <a:r>
              <a:t>Thank you</a:t>
            </a:r>
          </a:p>
        </p:txBody>
      </p:sp>
      <p:sp>
        <p:nvSpPr>
          <p:cNvPr id="332" name="Text Placeholder 30"/>
          <p:cNvSpPr txBox="1"/>
          <p:nvPr>
            <p:ph type="body" sz="quarter" idx="1"/>
          </p:nvPr>
        </p:nvSpPr>
        <p:spPr>
          <a:xfrm>
            <a:off x="3727865" y="4641925"/>
            <a:ext cx="2139696" cy="1108636"/>
          </a:xfrm>
          <a:prstGeom prst="rect">
            <a:avLst/>
          </a:prstGeom>
        </p:spPr>
        <p:txBody>
          <a:bodyPr/>
          <a:lstStyle>
            <a:lvl1pPr>
              <a:defRPr b="0" sz="1600">
                <a:solidFill>
                  <a:srgbClr val="000000"/>
                </a:solidFill>
              </a:defRPr>
            </a:lvl1pPr>
          </a:lstStyle>
          <a:p>
            <a:pPr/>
            <a:r>
              <a:t>.</a:t>
            </a:r>
          </a:p>
        </p:txBody>
      </p:sp>
      <p:sp>
        <p:nvSpPr>
          <p:cNvPr id="333" name="Text Placeholder 30"/>
          <p:cNvSpPr txBox="1"/>
          <p:nvPr/>
        </p:nvSpPr>
        <p:spPr>
          <a:xfrm>
            <a:off x="8637083" y="4641925"/>
            <a:ext cx="2048256" cy="1108636"/>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lvl1pPr algn="ctr">
              <a:spcBef>
                <a:spcPts val="1000"/>
              </a:spcBef>
              <a:defRPr sz="1600"/>
            </a:lvl1pPr>
          </a:lstStyle>
          <a:p>
            <a:pPr/>
            <a:r>
              <a:t>.</a:t>
            </a:r>
          </a:p>
        </p:txBody>
      </p:sp>
      <p:pic>
        <p:nvPicPr>
          <p:cNvPr id="334" name="Picture 14" descr="Picture 14"/>
          <p:cNvPicPr>
            <a:picLocks noChangeAspect="1"/>
          </p:cNvPicPr>
          <p:nvPr/>
        </p:nvPicPr>
        <p:blipFill>
          <a:blip r:embed="rId2">
            <a:extLst/>
          </a:blip>
          <a:srcRect l="0" t="96181" r="0" b="0"/>
          <a:stretch>
            <a:fillRect/>
          </a:stretch>
        </p:blipFill>
        <p:spPr>
          <a:xfrm>
            <a:off x="675956" y="6471920"/>
            <a:ext cx="2143126" cy="193041"/>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16" presetID="23" grpId="1" fill="hold">
                                  <p:stCondLst>
                                    <p:cond delay="0"/>
                                  </p:stCondLst>
                                  <p:iterate type="el" backwards="0">
                                    <p:tmAbs val="0"/>
                                  </p:iterate>
                                  <p:childTnLst>
                                    <p:set>
                                      <p:cBhvr>
                                        <p:cTn id="6" fill="hold"/>
                                        <p:tgtEl>
                                          <p:spTgt spid="331"/>
                                        </p:tgtEl>
                                        <p:attrNameLst>
                                          <p:attrName>style.visibility</p:attrName>
                                        </p:attrNameLst>
                                      </p:cBhvr>
                                      <p:to>
                                        <p:strVal val="visible"/>
                                      </p:to>
                                    </p:set>
                                    <p:anim calcmode="lin" valueType="num">
                                      <p:cBhvr>
                                        <p:cTn id="7" dur="500" fill="hold"/>
                                        <p:tgtEl>
                                          <p:spTgt spid="331"/>
                                        </p:tgtEl>
                                        <p:attrNameLst>
                                          <p:attrName>ppt_w</p:attrName>
                                        </p:attrNameLst>
                                      </p:cBhvr>
                                      <p:tavLst>
                                        <p:tav tm="0">
                                          <p:val>
                                            <p:fltVal val="0"/>
                                          </p:val>
                                        </p:tav>
                                        <p:tav tm="100000">
                                          <p:val>
                                            <p:strVal val="#ppt_w"/>
                                          </p:val>
                                        </p:tav>
                                      </p:tavLst>
                                    </p:anim>
                                    <p:anim calcmode="lin" valueType="num">
                                      <p:cBhvr>
                                        <p:cTn id="8" dur="500" fill="hold"/>
                                        <p:tgtEl>
                                          <p:spTgt spid="331"/>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4" presetID="2" grpId="2" fill="hold">
                                  <p:stCondLst>
                                    <p:cond delay="0"/>
                                  </p:stCondLst>
                                  <p:iterate type="el" backwards="0">
                                    <p:tmAbs val="0"/>
                                  </p:iterate>
                                  <p:childTnLst>
                                    <p:set>
                                      <p:cBhvr>
                                        <p:cTn id="12" fill="hold"/>
                                        <p:tgtEl>
                                          <p:spTgt spid="332">
                                            <p:bg/>
                                          </p:spTgt>
                                        </p:tgtEl>
                                        <p:attrNameLst>
                                          <p:attrName>style.visibility</p:attrName>
                                        </p:attrNameLst>
                                      </p:cBhvr>
                                      <p:to>
                                        <p:strVal val="visible"/>
                                      </p:to>
                                    </p:set>
                                    <p:anim calcmode="lin" valueType="num">
                                      <p:cBhvr>
                                        <p:cTn id="13" dur="500" fill="hold"/>
                                        <p:tgtEl>
                                          <p:spTgt spid="332">
                                            <p:bg/>
                                          </p:spTgt>
                                        </p:tgtEl>
                                        <p:attrNameLst>
                                          <p:attrName>ppt_x</p:attrName>
                                        </p:attrNameLst>
                                      </p:cBhvr>
                                      <p:tavLst>
                                        <p:tav tm="0">
                                          <p:val>
                                            <p:strVal val="#ppt_x"/>
                                          </p:val>
                                        </p:tav>
                                        <p:tav tm="100000">
                                          <p:val>
                                            <p:strVal val="#ppt_x"/>
                                          </p:val>
                                        </p:tav>
                                      </p:tavLst>
                                    </p:anim>
                                    <p:anim calcmode="lin" valueType="num">
                                      <p:cBhvr>
                                        <p:cTn id="14" dur="500" fill="hold"/>
                                        <p:tgtEl>
                                          <p:spTgt spid="332">
                                            <p:bg/>
                                          </p:spTgt>
                                        </p:tgtEl>
                                        <p:attrNameLst>
                                          <p:attrName>ppt_y</p:attrName>
                                        </p:attrNameLst>
                                      </p:cBhvr>
                                      <p:tavLst>
                                        <p:tav tm="0">
                                          <p:val>
                                            <p:strVal val="1+#ppt_h/2"/>
                                          </p:val>
                                        </p:tav>
                                        <p:tav tm="100000">
                                          <p:val>
                                            <p:strVal val="#ppt_y"/>
                                          </p:val>
                                        </p:tav>
                                      </p:tavLst>
                                    </p:anim>
                                  </p:childTnLst>
                                </p:cTn>
                              </p:par>
                              <p:par>
                                <p:cTn id="15" presetClass="entr" nodeType="withEffect" presetSubtype="4" presetID="2" grpId="2" fill="hold">
                                  <p:stCondLst>
                                    <p:cond delay="0"/>
                                  </p:stCondLst>
                                  <p:iterate type="el" backwards="0">
                                    <p:tmAbs val="0"/>
                                  </p:iterate>
                                  <p:childTnLst>
                                    <p:set>
                                      <p:cBhvr>
                                        <p:cTn id="16" fill="hold"/>
                                        <p:tgtEl>
                                          <p:spTgt spid="332">
                                            <p:txEl>
                                              <p:pRg st="0" end="0"/>
                                            </p:txEl>
                                          </p:spTgt>
                                        </p:tgtEl>
                                        <p:attrNameLst>
                                          <p:attrName>style.visibility</p:attrName>
                                        </p:attrNameLst>
                                      </p:cBhvr>
                                      <p:to>
                                        <p:strVal val="visible"/>
                                      </p:to>
                                    </p:set>
                                    <p:anim calcmode="lin" valueType="num">
                                      <p:cBhvr>
                                        <p:cTn id="17" dur="500" fill="hold"/>
                                        <p:tgtEl>
                                          <p:spTgt spid="332">
                                            <p:txEl>
                                              <p:pRg st="0" end="0"/>
                                            </p:txEl>
                                          </p:spTgt>
                                        </p:tgtEl>
                                        <p:attrNameLst>
                                          <p:attrName>ppt_x</p:attrName>
                                        </p:attrNameLst>
                                      </p:cBhvr>
                                      <p:tavLst>
                                        <p:tav tm="0">
                                          <p:val>
                                            <p:strVal val="#ppt_x"/>
                                          </p:val>
                                        </p:tav>
                                        <p:tav tm="100000">
                                          <p:val>
                                            <p:strVal val="#ppt_x"/>
                                          </p:val>
                                        </p:tav>
                                      </p:tavLst>
                                    </p:anim>
                                    <p:anim calcmode="lin" valueType="num">
                                      <p:cBhvr>
                                        <p:cTn id="18" dur="500" fill="hold"/>
                                        <p:tgtEl>
                                          <p:spTgt spid="33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Class="entr" nodeType="clickEffect" presetSubtype="4" presetID="2" grpId="3" fill="hold">
                                  <p:stCondLst>
                                    <p:cond delay="0"/>
                                  </p:stCondLst>
                                  <p:iterate type="el" backwards="0">
                                    <p:tmAbs val="0"/>
                                  </p:iterate>
                                  <p:childTnLst>
                                    <p:set>
                                      <p:cBhvr>
                                        <p:cTn id="22" fill="hold"/>
                                        <p:tgtEl>
                                          <p:spTgt spid="333"/>
                                        </p:tgtEl>
                                        <p:attrNameLst>
                                          <p:attrName>style.visibility</p:attrName>
                                        </p:attrNameLst>
                                      </p:cBhvr>
                                      <p:to>
                                        <p:strVal val="visible"/>
                                      </p:to>
                                    </p:set>
                                    <p:anim calcmode="lin" valueType="num">
                                      <p:cBhvr>
                                        <p:cTn id="23" dur="500" fill="hold"/>
                                        <p:tgtEl>
                                          <p:spTgt spid="333"/>
                                        </p:tgtEl>
                                        <p:attrNameLst>
                                          <p:attrName>ppt_x</p:attrName>
                                        </p:attrNameLst>
                                      </p:cBhvr>
                                      <p:tavLst>
                                        <p:tav tm="0">
                                          <p:val>
                                            <p:strVal val="#ppt_x"/>
                                          </p:val>
                                        </p:tav>
                                        <p:tav tm="100000">
                                          <p:val>
                                            <p:strVal val="#ppt_x"/>
                                          </p:val>
                                        </p:tav>
                                      </p:tavLst>
                                    </p:anim>
                                    <p:anim calcmode="lin" valueType="num">
                                      <p:cBhvr>
                                        <p:cTn id="24" dur="500" fill="hold"/>
                                        <p:tgtEl>
                                          <p:spTgt spid="3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p" bldLvl="1" animBg="1" rev="0" advAuto="0" spid="332" grpId="2"/>
      <p:bldP build="whole" bldLvl="1" animBg="1" rev="0" advAuto="0" spid="333" grpId="3"/>
      <p:bldP build="whole" bldLvl="1" animBg="1" rev="0" advAuto="0" spid="331" grpId="1"/>
    </p:bldLst>
  </p:timing>
</p:sld>
</file>

<file path=ppt/theme/theme1.xml><?xml version="1.0" encoding="utf-8"?>
<a:theme xmlns:a="http://schemas.openxmlformats.org/drawingml/2006/main" xmlns:r="http://schemas.openxmlformats.org/officeDocument/2006/relationships" name="Facet">
  <a:themeElements>
    <a:clrScheme name="Facet">
      <a:dk1>
        <a:srgbClr val="000000"/>
      </a:dk1>
      <a:lt1>
        <a:srgbClr val="FFFFFF"/>
      </a:lt1>
      <a:dk2>
        <a:srgbClr val="A7A7A7"/>
      </a:dk2>
      <a:lt2>
        <a:srgbClr val="535353"/>
      </a:lt2>
      <a:accent1>
        <a:srgbClr val="5FCBEF"/>
      </a:accent1>
      <a:accent2>
        <a:srgbClr val="2E83C3"/>
      </a:accent2>
      <a:accent3>
        <a:srgbClr val="42D0A2"/>
      </a:accent3>
      <a:accent4>
        <a:srgbClr val="2E946B"/>
      </a:accent4>
      <a:accent5>
        <a:srgbClr val="42B051"/>
      </a:accent5>
      <a:accent6>
        <a:srgbClr val="96D141"/>
      </a:accent6>
      <a:hlink>
        <a:srgbClr val="0000FF"/>
      </a:hlink>
      <a:folHlink>
        <a:srgbClr val="FF00FF"/>
      </a:folHlink>
    </a:clrScheme>
    <a:fontScheme name="Facet">
      <a:majorFont>
        <a:latin typeface="Calibri"/>
        <a:ea typeface="Calibri"/>
        <a:cs typeface="Calibri"/>
      </a:majorFont>
      <a:minorFont>
        <a:latin typeface="Helvetica"/>
        <a:ea typeface="Helvetica"/>
        <a:cs typeface="Helvetica"/>
      </a:minorFont>
    </a:fontScheme>
    <a:fmtScheme name="Face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5400" dir="5400000">
              <a:srgbClr val="000000">
                <a:alpha val="35000"/>
              </a:srgbClr>
            </a:outerShdw>
          </a:effectLst>
        </a:effectStyle>
        <a:effectStyle>
          <a:effectLst>
            <a:outerShdw sx="100000" sy="100000" kx="0" ky="0" algn="b" rotWithShape="0" blurRad="38100" dist="25400" dir="5400000">
              <a:srgbClr val="000000">
                <a:alpha val="35000"/>
              </a:srgbClr>
            </a:outerShdw>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9050" cap="rnd">
          <a:solidFill>
            <a:schemeClr val="accent1"/>
          </a:solidFill>
          <a:prstDash val="solid"/>
          <a:round/>
        </a:ln>
        <a:effectLst>
          <a:outerShdw sx="100000" sy="100000" kx="0" ky="0" algn="b" rotWithShape="0" blurRad="38100" dist="254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Trebuchet MS"/>
            <a:ea typeface="Trebuchet MS"/>
            <a:cs typeface="Trebuchet MS"/>
            <a:sym typeface="Trebuchet M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9050" cap="rnd">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Trebuchet MS"/>
            <a:ea typeface="Trebuchet MS"/>
            <a:cs typeface="Trebuchet MS"/>
            <a:sym typeface="Trebuchet M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Facet">
  <a:themeElements>
    <a:clrScheme name="Facet">
      <a:dk1>
        <a:srgbClr val="000000"/>
      </a:dk1>
      <a:lt1>
        <a:srgbClr val="FFFFFF"/>
      </a:lt1>
      <a:dk2>
        <a:srgbClr val="A7A7A7"/>
      </a:dk2>
      <a:lt2>
        <a:srgbClr val="535353"/>
      </a:lt2>
      <a:accent1>
        <a:srgbClr val="5FCBEF"/>
      </a:accent1>
      <a:accent2>
        <a:srgbClr val="2E83C3"/>
      </a:accent2>
      <a:accent3>
        <a:srgbClr val="42D0A2"/>
      </a:accent3>
      <a:accent4>
        <a:srgbClr val="2E946B"/>
      </a:accent4>
      <a:accent5>
        <a:srgbClr val="42B051"/>
      </a:accent5>
      <a:accent6>
        <a:srgbClr val="96D141"/>
      </a:accent6>
      <a:hlink>
        <a:srgbClr val="0000FF"/>
      </a:hlink>
      <a:folHlink>
        <a:srgbClr val="FF00FF"/>
      </a:folHlink>
    </a:clrScheme>
    <a:fontScheme name="Facet">
      <a:majorFont>
        <a:latin typeface="Calibri"/>
        <a:ea typeface="Calibri"/>
        <a:cs typeface="Calibri"/>
      </a:majorFont>
      <a:minorFont>
        <a:latin typeface="Helvetica"/>
        <a:ea typeface="Helvetica"/>
        <a:cs typeface="Helvetica"/>
      </a:minorFont>
    </a:fontScheme>
    <a:fmtScheme name="Face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5400" dir="5400000">
              <a:srgbClr val="000000">
                <a:alpha val="35000"/>
              </a:srgbClr>
            </a:outerShdw>
          </a:effectLst>
        </a:effectStyle>
        <a:effectStyle>
          <a:effectLst>
            <a:outerShdw sx="100000" sy="100000" kx="0" ky="0" algn="b" rotWithShape="0" blurRad="38100" dist="25400" dir="5400000">
              <a:srgbClr val="000000">
                <a:alpha val="35000"/>
              </a:srgbClr>
            </a:outerShdw>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9050" cap="rnd">
          <a:solidFill>
            <a:schemeClr val="accent1"/>
          </a:solidFill>
          <a:prstDash val="solid"/>
          <a:round/>
        </a:ln>
        <a:effectLst>
          <a:outerShdw sx="100000" sy="100000" kx="0" ky="0" algn="b" rotWithShape="0" blurRad="38100" dist="254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Trebuchet MS"/>
            <a:ea typeface="Trebuchet MS"/>
            <a:cs typeface="Trebuchet MS"/>
            <a:sym typeface="Trebuchet M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9050" cap="rnd">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Trebuchet MS"/>
            <a:ea typeface="Trebuchet MS"/>
            <a:cs typeface="Trebuchet MS"/>
            <a:sym typeface="Trebuchet M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